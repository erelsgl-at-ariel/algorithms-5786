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26"/>
  </p:notesMasterIdLst>
  <p:handoutMasterIdLst>
    <p:handoutMasterId r:id="rId27"/>
  </p:handout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0080625" cy="7559675"/>
  <p:notesSz cx="7559675" cy="10691813"/>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2" d="100"/>
          <a:sy n="82" d="100"/>
        </p:scale>
        <p:origin x="121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E0E070-DF22-2432-90FD-22E3668069C5}"/>
              </a:ext>
            </a:extLst>
          </p:cNvPr>
          <p:cNvSpPr txBox="1">
            <a:spLocks noGrp="1"/>
          </p:cNvSpPr>
          <p:nvPr>
            <p:ph type="hdr" sz="quarter"/>
          </p:nvPr>
        </p:nvSpPr>
        <p:spPr>
          <a:xfrm>
            <a:off x="0" y="0"/>
            <a:ext cx="3280680" cy="534240"/>
          </a:xfrm>
          <a:prstGeom prst="rect">
            <a:avLst/>
          </a:prstGeom>
          <a:noFill/>
          <a:ln>
            <a:noFill/>
          </a:ln>
        </p:spPr>
        <p:txBody>
          <a:bodyPr vert="horz" wrap="none" lIns="90000" tIns="45000" rIns="90000" bIns="45000" anchorCtr="0" compatLnSpc="0">
            <a:noAutofit/>
          </a:bodyPr>
          <a:lstStyle/>
          <a:p>
            <a:pPr marL="0" marR="0" lvl="0" indent="0" rtl="0" hangingPunct="0">
              <a:lnSpc>
                <a:spcPct val="100000"/>
              </a:lnSpc>
              <a:spcBef>
                <a:spcPts val="0"/>
              </a:spcBef>
              <a:spcAft>
                <a:spcPts val="0"/>
              </a:spcAft>
              <a:buNone/>
              <a:tabLst/>
              <a:defRPr sz="1400"/>
            </a:pPr>
            <a:endParaRPr lang="en-US" sz="1400" b="0" i="0" u="none" strike="noStrike" kern="1200" cap="none">
              <a:ln>
                <a:noFill/>
              </a:ln>
              <a:latin typeface="Liberation Sans" pitchFamily="18"/>
              <a:ea typeface="Noto Sans CJK SC Regular" pitchFamily="2"/>
              <a:cs typeface="Nachlieli CLM" pitchFamily="2"/>
            </a:endParaRPr>
          </a:p>
        </p:txBody>
      </p:sp>
      <p:sp>
        <p:nvSpPr>
          <p:cNvPr id="3" name="Date Placeholder 2">
            <a:extLst>
              <a:ext uri="{FF2B5EF4-FFF2-40B4-BE49-F238E27FC236}">
                <a16:creationId xmlns:a16="http://schemas.microsoft.com/office/drawing/2014/main" id="{B8831032-87B1-A6F7-E8FB-90F305D31832}"/>
              </a:ext>
            </a:extLst>
          </p:cNvPr>
          <p:cNvSpPr txBox="1">
            <a:spLocks noGrp="1"/>
          </p:cNvSpPr>
          <p:nvPr>
            <p:ph type="dt" sz="quarter" idx="1"/>
          </p:nvPr>
        </p:nvSpPr>
        <p:spPr>
          <a:xfrm>
            <a:off x="4278960" y="0"/>
            <a:ext cx="3280680" cy="534240"/>
          </a:xfrm>
          <a:prstGeom prst="rect">
            <a:avLst/>
          </a:prstGeom>
          <a:noFill/>
          <a:ln>
            <a:noFill/>
          </a:ln>
        </p:spPr>
        <p:txBody>
          <a:bodyPr vert="horz" wrap="none" lIns="90000" tIns="45000" rIns="90000" bIns="45000" anchorCtr="0" compatLnSpc="0">
            <a:noAutofit/>
          </a:bodyPr>
          <a:lstStyle/>
          <a:p>
            <a:pPr marL="0" marR="0" lvl="0" indent="0" algn="r" rtl="0" hangingPunct="0">
              <a:lnSpc>
                <a:spcPct val="100000"/>
              </a:lnSpc>
              <a:spcBef>
                <a:spcPts val="0"/>
              </a:spcBef>
              <a:spcAft>
                <a:spcPts val="0"/>
              </a:spcAft>
              <a:buNone/>
              <a:tabLst/>
              <a:defRPr sz="1400"/>
            </a:pPr>
            <a:endParaRPr lang="en-US" sz="1400" b="0" i="0" u="none" strike="noStrike" kern="1200" cap="none">
              <a:ln>
                <a:noFill/>
              </a:ln>
              <a:latin typeface="Liberation Sans" pitchFamily="18"/>
              <a:ea typeface="Noto Sans CJK SC Regular" pitchFamily="2"/>
              <a:cs typeface="Nachlieli CLM" pitchFamily="2"/>
            </a:endParaRPr>
          </a:p>
        </p:txBody>
      </p:sp>
      <p:sp>
        <p:nvSpPr>
          <p:cNvPr id="4" name="Footer Placeholder 3">
            <a:extLst>
              <a:ext uri="{FF2B5EF4-FFF2-40B4-BE49-F238E27FC236}">
                <a16:creationId xmlns:a16="http://schemas.microsoft.com/office/drawing/2014/main" id="{1F7BAF97-2D26-F482-47CF-6F87A520E910}"/>
              </a:ext>
            </a:extLst>
          </p:cNvPr>
          <p:cNvSpPr txBox="1">
            <a:spLocks noGrp="1"/>
          </p:cNvSpPr>
          <p:nvPr>
            <p:ph type="ftr" sz="quarter" idx="2"/>
          </p:nvPr>
        </p:nvSpPr>
        <p:spPr>
          <a:xfrm>
            <a:off x="0" y="10157400"/>
            <a:ext cx="3280680" cy="534240"/>
          </a:xfrm>
          <a:prstGeom prst="rect">
            <a:avLst/>
          </a:prstGeom>
          <a:noFill/>
          <a:ln>
            <a:noFill/>
          </a:ln>
        </p:spPr>
        <p:txBody>
          <a:bodyPr vert="horz" wrap="none" lIns="90000" tIns="45000" rIns="90000" bIns="45000" anchor="b" anchorCtr="0" compatLnSpc="0">
            <a:noAutofit/>
          </a:bodyPr>
          <a:lstStyle/>
          <a:p>
            <a:pPr marL="0" marR="0" lvl="0" indent="0" rtl="0" hangingPunct="0">
              <a:lnSpc>
                <a:spcPct val="100000"/>
              </a:lnSpc>
              <a:spcBef>
                <a:spcPts val="0"/>
              </a:spcBef>
              <a:spcAft>
                <a:spcPts val="0"/>
              </a:spcAft>
              <a:buNone/>
              <a:tabLst/>
              <a:defRPr sz="1400"/>
            </a:pPr>
            <a:endParaRPr lang="en-US" sz="1400" b="0" i="0" u="none" strike="noStrike" kern="1200" cap="none">
              <a:ln>
                <a:noFill/>
              </a:ln>
              <a:latin typeface="Liberation Sans" pitchFamily="18"/>
              <a:ea typeface="Noto Sans CJK SC Regular" pitchFamily="2"/>
              <a:cs typeface="Nachlieli CLM" pitchFamily="2"/>
            </a:endParaRPr>
          </a:p>
        </p:txBody>
      </p:sp>
      <p:sp>
        <p:nvSpPr>
          <p:cNvPr id="5" name="Slide Number Placeholder 4">
            <a:extLst>
              <a:ext uri="{FF2B5EF4-FFF2-40B4-BE49-F238E27FC236}">
                <a16:creationId xmlns:a16="http://schemas.microsoft.com/office/drawing/2014/main" id="{15B1C44C-ABD6-718B-85A9-D277A8537909}"/>
              </a:ext>
            </a:extLst>
          </p:cNvPr>
          <p:cNvSpPr txBox="1">
            <a:spLocks noGrp="1"/>
          </p:cNvSpPr>
          <p:nvPr>
            <p:ph type="sldNum" sz="quarter" idx="3"/>
          </p:nvPr>
        </p:nvSpPr>
        <p:spPr>
          <a:xfrm>
            <a:off x="4278960" y="10157400"/>
            <a:ext cx="3280680" cy="534240"/>
          </a:xfrm>
          <a:prstGeom prst="rect">
            <a:avLst/>
          </a:prstGeom>
          <a:noFill/>
          <a:ln>
            <a:noFill/>
          </a:ln>
        </p:spPr>
        <p:txBody>
          <a:bodyPr vert="horz" wrap="none" lIns="90000" tIns="45000" rIns="90000" bIns="45000" anchor="b" anchorCtr="0" compatLnSpc="0">
            <a:noAutofit/>
          </a:bodyPr>
          <a:lstStyle/>
          <a:p>
            <a:pPr marL="0" marR="0" lvl="0" indent="0" algn="r" rtl="0" hangingPunct="0">
              <a:lnSpc>
                <a:spcPct val="100000"/>
              </a:lnSpc>
              <a:spcBef>
                <a:spcPts val="0"/>
              </a:spcBef>
              <a:spcAft>
                <a:spcPts val="0"/>
              </a:spcAft>
              <a:buNone/>
              <a:tabLst/>
              <a:defRPr sz="1400"/>
            </a:pPr>
            <a:fld id="{64B7BB24-642E-40E7-A74F-C7CCA7B46C12}" type="slidenum">
              <a:t>‹#›</a:t>
            </a:fld>
            <a:endParaRPr lang="en-US" sz="1400" b="0" i="0" u="none" strike="noStrike" kern="1200" cap="none">
              <a:ln>
                <a:noFill/>
              </a:ln>
              <a:latin typeface="Liberation Sans" pitchFamily="18"/>
              <a:ea typeface="Noto Sans CJK SC Regular" pitchFamily="2"/>
              <a:cs typeface="Nachlieli CLM" pitchFamily="2"/>
            </a:endParaRPr>
          </a:p>
        </p:txBody>
      </p:sp>
    </p:spTree>
    <p:extLst>
      <p:ext uri="{BB962C8B-B14F-4D97-AF65-F5344CB8AC3E}">
        <p14:creationId xmlns:p14="http://schemas.microsoft.com/office/powerpoint/2010/main" val="4080926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6FCD03-9222-D0BC-FFEB-C7943E961E41}"/>
              </a:ext>
            </a:extLst>
          </p:cNvPr>
          <p:cNvSpPr>
            <a:spLocks noGrp="1" noRot="1" noChangeAspect="1"/>
          </p:cNvSpPr>
          <p:nvPr>
            <p:ph type="sldImg" idx="2"/>
          </p:nvPr>
        </p:nvSpPr>
        <p:spPr>
          <a:xfrm>
            <a:off x="1107000" y="812520"/>
            <a:ext cx="5345280" cy="4008959"/>
          </a:xfrm>
          <a:prstGeom prst="rect">
            <a:avLst/>
          </a:prstGeom>
          <a:noFill/>
          <a:ln>
            <a:noFill/>
            <a:prstDash val="solid"/>
          </a:ln>
        </p:spPr>
      </p:sp>
      <p:sp>
        <p:nvSpPr>
          <p:cNvPr id="3" name="Notes Placeholder 2">
            <a:extLst>
              <a:ext uri="{FF2B5EF4-FFF2-40B4-BE49-F238E27FC236}">
                <a16:creationId xmlns:a16="http://schemas.microsoft.com/office/drawing/2014/main" id="{FA8F8496-2FF2-5797-536E-EBD27F9DA640}"/>
              </a:ext>
            </a:extLst>
          </p:cNvPr>
          <p:cNvSpPr txBox="1">
            <a:spLocks noGrp="1"/>
          </p:cNvSpPr>
          <p:nvPr>
            <p:ph type="body" sz="quarter" idx="3"/>
          </p:nvPr>
        </p:nvSpPr>
        <p:spPr>
          <a:xfrm>
            <a:off x="756000" y="5078520"/>
            <a:ext cx="6047640" cy="4811040"/>
          </a:xfrm>
          <a:prstGeom prst="rect">
            <a:avLst/>
          </a:prstGeom>
          <a:noFill/>
          <a:ln>
            <a:noFill/>
          </a:ln>
        </p:spPr>
        <p:txBody>
          <a:bodyPr lIns="0" tIns="0" rIns="0" bIns="0"/>
          <a:lstStyle/>
          <a:p>
            <a:endParaRPr lang="en-US"/>
          </a:p>
        </p:txBody>
      </p:sp>
      <p:sp>
        <p:nvSpPr>
          <p:cNvPr id="4" name="Header Placeholder 3">
            <a:extLst>
              <a:ext uri="{FF2B5EF4-FFF2-40B4-BE49-F238E27FC236}">
                <a16:creationId xmlns:a16="http://schemas.microsoft.com/office/drawing/2014/main" id="{EBD32F9F-78C9-D15B-B22D-EC3E2CC6B593}"/>
              </a:ext>
            </a:extLst>
          </p:cNvPr>
          <p:cNvSpPr txBox="1">
            <a:spLocks noGrp="1"/>
          </p:cNvSpPr>
          <p:nvPr>
            <p:ph type="hdr" sz="quarter"/>
          </p:nvPr>
        </p:nvSpPr>
        <p:spPr>
          <a:xfrm>
            <a:off x="0" y="0"/>
            <a:ext cx="3280680" cy="534240"/>
          </a:xfrm>
          <a:prstGeom prst="rect">
            <a:avLst/>
          </a:prstGeom>
          <a:noFill/>
          <a:ln>
            <a:noFill/>
          </a:ln>
        </p:spPr>
        <p:txBody>
          <a:bodyPr vert="horz" lIns="0" tIns="0" rIns="0" bIns="0" anchorCtr="0">
            <a:noAutofit/>
          </a:bodyPr>
          <a:lstStyle>
            <a:lvl1pPr lvl="0" rtl="0" hangingPunct="0">
              <a:buNone/>
              <a:tabLst/>
              <a:defRPr lang="en-US" sz="1400" kern="1200">
                <a:latin typeface="Liberation Serif" pitchFamily="18"/>
                <a:ea typeface="DejaVu Sans" pitchFamily="2"/>
                <a:cs typeface="DejaVu Sans" pitchFamily="2"/>
              </a:defRPr>
            </a:lvl1pPr>
          </a:lstStyle>
          <a:p>
            <a:pPr lvl="0"/>
            <a:endParaRPr lang="en-US"/>
          </a:p>
        </p:txBody>
      </p:sp>
      <p:sp>
        <p:nvSpPr>
          <p:cNvPr id="5" name="Date Placeholder 4">
            <a:extLst>
              <a:ext uri="{FF2B5EF4-FFF2-40B4-BE49-F238E27FC236}">
                <a16:creationId xmlns:a16="http://schemas.microsoft.com/office/drawing/2014/main" id="{78214E4B-41E9-CC6F-96BE-68A776A3F448}"/>
              </a:ext>
            </a:extLst>
          </p:cNvPr>
          <p:cNvSpPr txBox="1">
            <a:spLocks noGrp="1"/>
          </p:cNvSpPr>
          <p:nvPr>
            <p:ph type="dt" idx="1"/>
          </p:nvPr>
        </p:nvSpPr>
        <p:spPr>
          <a:xfrm>
            <a:off x="4278960" y="0"/>
            <a:ext cx="3280680" cy="534240"/>
          </a:xfrm>
          <a:prstGeom prst="rect">
            <a:avLst/>
          </a:prstGeom>
          <a:noFill/>
          <a:ln>
            <a:noFill/>
          </a:ln>
        </p:spPr>
        <p:txBody>
          <a:bodyPr vert="horz" lIns="0" tIns="0" rIns="0" bIns="0" anchorCtr="0">
            <a:noAutofit/>
          </a:bodyPr>
          <a:lstStyle>
            <a:lvl1pPr lvl="0" algn="r" rtl="0" hangingPunct="0">
              <a:buNone/>
              <a:tabLst/>
              <a:defRPr lang="en-US" sz="1400" kern="1200">
                <a:latin typeface="Liberation Serif" pitchFamily="18"/>
                <a:ea typeface="DejaVu Sans" pitchFamily="2"/>
                <a:cs typeface="DejaVu Sans" pitchFamily="2"/>
              </a:defRPr>
            </a:lvl1pPr>
          </a:lstStyle>
          <a:p>
            <a:pPr lvl="0"/>
            <a:endParaRPr lang="en-US"/>
          </a:p>
        </p:txBody>
      </p:sp>
      <p:sp>
        <p:nvSpPr>
          <p:cNvPr id="6" name="Footer Placeholder 5">
            <a:extLst>
              <a:ext uri="{FF2B5EF4-FFF2-40B4-BE49-F238E27FC236}">
                <a16:creationId xmlns:a16="http://schemas.microsoft.com/office/drawing/2014/main" id="{BCCD3D13-6DB5-D334-3F98-CBE736391EDF}"/>
              </a:ext>
            </a:extLst>
          </p:cNvPr>
          <p:cNvSpPr txBox="1">
            <a:spLocks noGrp="1"/>
          </p:cNvSpPr>
          <p:nvPr>
            <p:ph type="ftr" sz="quarter" idx="4"/>
          </p:nvPr>
        </p:nvSpPr>
        <p:spPr>
          <a:xfrm>
            <a:off x="0" y="10157400"/>
            <a:ext cx="3280680" cy="534240"/>
          </a:xfrm>
          <a:prstGeom prst="rect">
            <a:avLst/>
          </a:prstGeom>
          <a:noFill/>
          <a:ln>
            <a:noFill/>
          </a:ln>
        </p:spPr>
        <p:txBody>
          <a:bodyPr vert="horz" lIns="0" tIns="0" rIns="0" bIns="0" anchor="b" anchorCtr="0">
            <a:noAutofit/>
          </a:bodyPr>
          <a:lstStyle>
            <a:lvl1pPr lvl="0" rtl="0" hangingPunct="0">
              <a:buNone/>
              <a:tabLst/>
              <a:defRPr lang="en-US" sz="1400" kern="1200">
                <a:latin typeface="Liberation Serif" pitchFamily="18"/>
                <a:ea typeface="DejaVu Sans" pitchFamily="2"/>
                <a:cs typeface="DejaVu Sans" pitchFamily="2"/>
              </a:defRPr>
            </a:lvl1pPr>
          </a:lstStyle>
          <a:p>
            <a:pPr lvl="0"/>
            <a:endParaRPr lang="en-US"/>
          </a:p>
        </p:txBody>
      </p:sp>
      <p:sp>
        <p:nvSpPr>
          <p:cNvPr id="7" name="Slide Number Placeholder 6">
            <a:extLst>
              <a:ext uri="{FF2B5EF4-FFF2-40B4-BE49-F238E27FC236}">
                <a16:creationId xmlns:a16="http://schemas.microsoft.com/office/drawing/2014/main" id="{28A63090-0A48-98DD-B73A-0FFF0E78E162}"/>
              </a:ext>
            </a:extLst>
          </p:cNvPr>
          <p:cNvSpPr txBox="1">
            <a:spLocks noGrp="1"/>
          </p:cNvSpPr>
          <p:nvPr>
            <p:ph type="sldNum" sz="quarter" idx="5"/>
          </p:nvPr>
        </p:nvSpPr>
        <p:spPr>
          <a:xfrm>
            <a:off x="4278960" y="10157400"/>
            <a:ext cx="3280680" cy="534240"/>
          </a:xfrm>
          <a:prstGeom prst="rect">
            <a:avLst/>
          </a:prstGeom>
          <a:noFill/>
          <a:ln>
            <a:noFill/>
          </a:ln>
        </p:spPr>
        <p:txBody>
          <a:bodyPr vert="horz" lIns="0" tIns="0" rIns="0" bIns="0" anchor="b" anchorCtr="0">
            <a:noAutofit/>
          </a:bodyPr>
          <a:lstStyle>
            <a:lvl1pPr lvl="0" algn="r" rtl="0" hangingPunct="0">
              <a:buNone/>
              <a:tabLst/>
              <a:defRPr lang="en-US" sz="1400" kern="1200">
                <a:latin typeface="Liberation Serif" pitchFamily="18"/>
                <a:ea typeface="DejaVu Sans" pitchFamily="2"/>
                <a:cs typeface="DejaVu Sans" pitchFamily="2"/>
              </a:defRPr>
            </a:lvl1pPr>
          </a:lstStyle>
          <a:p>
            <a:pPr lvl="0"/>
            <a:fld id="{E08090A9-3F41-4A31-8520-FE9F702CBF95}" type="slidenum">
              <a:t>‹#›</a:t>
            </a:fld>
            <a:endParaRPr lang="en-US"/>
          </a:p>
        </p:txBody>
      </p:sp>
    </p:spTree>
    <p:extLst>
      <p:ext uri="{BB962C8B-B14F-4D97-AF65-F5344CB8AC3E}">
        <p14:creationId xmlns:p14="http://schemas.microsoft.com/office/powerpoint/2010/main" val="1662127614"/>
      </p:ext>
    </p:extLst>
  </p:cSld>
  <p:clrMap bg1="lt1" tx1="dk1" bg2="lt2" tx2="dk2" accent1="accent1" accent2="accent2" accent3="accent3" accent4="accent4" accent5="accent5" accent6="accent6" hlink="hlink" folHlink="folHlink"/>
  <p:notesStyle>
    <a:lvl1pPr marL="216000" marR="0" indent="-216000" rtl="0" hangingPunct="0">
      <a:tabLst/>
      <a:defRPr lang="en-US" sz="2000" b="0" i="0" u="none" strike="noStrike" kern="1200" cap="none">
        <a:ln>
          <a:noFill/>
        </a:ln>
        <a:highlight>
          <a:scrgbClr r="0" g="0" b="0">
            <a:alpha val="0"/>
          </a:scrgbClr>
        </a:highlight>
        <a:latin typeface="Liberation Sans" pitchFamily="18"/>
        <a:cs typeface="Nachlieli CLM"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50734C2-2E52-BCD0-CA6C-4B1A56387030}"/>
              </a:ext>
            </a:extLst>
          </p:cNvPr>
          <p:cNvSpPr txBox="1">
            <a:spLocks noGrp="1"/>
          </p:cNvSpPr>
          <p:nvPr>
            <p:ph type="sldNum" sz="quarter" idx="5"/>
          </p:nvPr>
        </p:nvSpPr>
        <p:spPr>
          <a:ln/>
        </p:spPr>
        <p:txBody>
          <a:bodyPr vert="horz" lIns="0" tIns="0" rIns="0" bIns="0" anchor="b" anchorCtr="0">
            <a:noAutofit/>
          </a:bodyPr>
          <a:lstStyle/>
          <a:p>
            <a:pPr lvl="0"/>
            <a:fld id="{8CC5881E-9DCD-4C87-B789-11B2ABBE3624}" type="slidenum">
              <a:t>1</a:t>
            </a:fld>
            <a:endParaRPr lang="en-US"/>
          </a:p>
        </p:txBody>
      </p:sp>
      <p:sp>
        <p:nvSpPr>
          <p:cNvPr id="2" name="Slide Image Placeholder 1">
            <a:extLst>
              <a:ext uri="{FF2B5EF4-FFF2-40B4-BE49-F238E27FC236}">
                <a16:creationId xmlns:a16="http://schemas.microsoft.com/office/drawing/2014/main" id="{1820CA53-B942-2F27-741E-CF4B84B04F8F}"/>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DBBD1CE-ABEB-E381-196A-51AADE4C6A72}"/>
              </a:ext>
            </a:extLst>
          </p:cNvPr>
          <p:cNvSpPr txBox="1">
            <a:spLocks noGrp="1"/>
          </p:cNvSpPr>
          <p:nvPr>
            <p:ph type="body" sz="quarter" idx="1"/>
          </p:nvPr>
        </p:nvSpPr>
        <p:spPr/>
        <p:txBody>
          <a:bodyPr vert="horz"/>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38D0B8F-46D1-A7BD-F7CE-7BD101D1B86C}"/>
              </a:ext>
            </a:extLst>
          </p:cNvPr>
          <p:cNvSpPr txBox="1">
            <a:spLocks noGrp="1"/>
          </p:cNvSpPr>
          <p:nvPr>
            <p:ph type="sldNum" sz="quarter" idx="5"/>
          </p:nvPr>
        </p:nvSpPr>
        <p:spPr>
          <a:ln/>
        </p:spPr>
        <p:txBody>
          <a:bodyPr vert="horz" lIns="0" tIns="0" rIns="0" bIns="0" anchor="b" anchorCtr="0">
            <a:noAutofit/>
          </a:bodyPr>
          <a:lstStyle/>
          <a:p>
            <a:pPr lvl="0"/>
            <a:fld id="{57E8A214-4A2B-43EA-9413-102CDF634B13}" type="slidenum">
              <a:t>2</a:t>
            </a:fld>
            <a:endParaRPr lang="en-US"/>
          </a:p>
        </p:txBody>
      </p:sp>
      <p:sp>
        <p:nvSpPr>
          <p:cNvPr id="2" name="Slide Image Placeholder 1">
            <a:extLst>
              <a:ext uri="{FF2B5EF4-FFF2-40B4-BE49-F238E27FC236}">
                <a16:creationId xmlns:a16="http://schemas.microsoft.com/office/drawing/2014/main" id="{81CD5BD9-9F22-0CBE-AE30-037FD5A534D3}"/>
              </a:ext>
            </a:extLst>
          </p:cNvPr>
          <p:cNvSpPr>
            <a:spLocks noGrp="1" noRot="1" noChangeAspect="1" noResize="1"/>
          </p:cNvSpPr>
          <p:nvPr>
            <p:ph type="sldImg"/>
          </p:nvPr>
        </p:nvSpPr>
        <p:spPr>
          <a:xfrm>
            <a:off x="1109663" y="801688"/>
            <a:ext cx="5340350" cy="400685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DD6988A7-9DA6-135B-9964-1423F7CDFAAE}"/>
              </a:ext>
            </a:extLst>
          </p:cNvPr>
          <p:cNvSpPr txBox="1">
            <a:spLocks noGrp="1"/>
          </p:cNvSpPr>
          <p:nvPr>
            <p:ph type="body" sz="quarter" idx="1"/>
          </p:nvPr>
        </p:nvSpPr>
        <p:spPr>
          <a:xfrm>
            <a:off x="756000" y="5078520"/>
            <a:ext cx="6046560" cy="4809600"/>
          </a:xfrm>
        </p:spPr>
        <p:txBody>
          <a:bodyPr vert="horz"/>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ED6EEC9-6C7B-A0AD-C72B-5194E17032F4}"/>
              </a:ext>
            </a:extLst>
          </p:cNvPr>
          <p:cNvSpPr txBox="1">
            <a:spLocks noGrp="1"/>
          </p:cNvSpPr>
          <p:nvPr>
            <p:ph type="sldNum" sz="quarter" idx="5"/>
          </p:nvPr>
        </p:nvSpPr>
        <p:spPr>
          <a:ln/>
        </p:spPr>
        <p:txBody>
          <a:bodyPr vert="horz" lIns="0" tIns="0" rIns="0" bIns="0" anchor="b" anchorCtr="0">
            <a:noAutofit/>
          </a:bodyPr>
          <a:lstStyle/>
          <a:p>
            <a:pPr lvl="0"/>
            <a:fld id="{B0F2B5BB-4DDC-498B-A8A9-A73634FDF489}" type="slidenum">
              <a:t>3</a:t>
            </a:fld>
            <a:endParaRPr lang="en-US"/>
          </a:p>
        </p:txBody>
      </p:sp>
      <p:sp>
        <p:nvSpPr>
          <p:cNvPr id="2" name="Slide Image Placeholder 1">
            <a:extLst>
              <a:ext uri="{FF2B5EF4-FFF2-40B4-BE49-F238E27FC236}">
                <a16:creationId xmlns:a16="http://schemas.microsoft.com/office/drawing/2014/main" id="{FA901735-79EE-1AAD-7245-87357C3AD288}"/>
              </a:ext>
            </a:extLst>
          </p:cNvPr>
          <p:cNvSpPr>
            <a:spLocks noGrp="1" noRot="1" noChangeAspect="1" noResize="1"/>
          </p:cNvSpPr>
          <p:nvPr>
            <p:ph type="sldImg"/>
          </p:nvPr>
        </p:nvSpPr>
        <p:spPr>
          <a:xfrm>
            <a:off x="1109663" y="801688"/>
            <a:ext cx="5340350" cy="400685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B5261A00-74A6-3D5A-10B2-C762B21839B6}"/>
              </a:ext>
            </a:extLst>
          </p:cNvPr>
          <p:cNvSpPr txBox="1">
            <a:spLocks noGrp="1"/>
          </p:cNvSpPr>
          <p:nvPr>
            <p:ph type="body" sz="quarter" idx="1"/>
          </p:nvPr>
        </p:nvSpPr>
        <p:spPr>
          <a:xfrm>
            <a:off x="756000" y="5078520"/>
            <a:ext cx="6046560" cy="4809600"/>
          </a:xfrm>
        </p:spPr>
        <p:txBody>
          <a:bodyPr vert="horz"/>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A3F1145-016E-04BA-9865-E46253024536}"/>
              </a:ext>
            </a:extLst>
          </p:cNvPr>
          <p:cNvSpPr txBox="1">
            <a:spLocks noGrp="1"/>
          </p:cNvSpPr>
          <p:nvPr>
            <p:ph type="sldNum" sz="quarter" idx="5"/>
          </p:nvPr>
        </p:nvSpPr>
        <p:spPr>
          <a:ln/>
        </p:spPr>
        <p:txBody>
          <a:bodyPr vert="horz" lIns="0" tIns="0" rIns="0" bIns="0" anchor="b" anchorCtr="0">
            <a:noAutofit/>
          </a:bodyPr>
          <a:lstStyle/>
          <a:p>
            <a:pPr lvl="0"/>
            <a:fld id="{60460518-7EA1-472E-9836-A7C23DB05A17}" type="slidenum">
              <a:t>4</a:t>
            </a:fld>
            <a:endParaRPr lang="en-US"/>
          </a:p>
        </p:txBody>
      </p:sp>
      <p:sp>
        <p:nvSpPr>
          <p:cNvPr id="2" name="Slide Image Placeholder 1">
            <a:extLst>
              <a:ext uri="{FF2B5EF4-FFF2-40B4-BE49-F238E27FC236}">
                <a16:creationId xmlns:a16="http://schemas.microsoft.com/office/drawing/2014/main" id="{D71F8322-1106-9E9C-1A6E-0B5DFC7A2EDE}"/>
              </a:ext>
            </a:extLst>
          </p:cNvPr>
          <p:cNvSpPr>
            <a:spLocks noGrp="1" noRot="1" noChangeAspect="1" noResize="1"/>
          </p:cNvSpPr>
          <p:nvPr>
            <p:ph type="sldImg"/>
          </p:nvPr>
        </p:nvSpPr>
        <p:spPr>
          <a:xfrm>
            <a:off x="1109663" y="801688"/>
            <a:ext cx="5340350" cy="400685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04C2148D-DC72-AD76-78AA-2791515E36FE}"/>
              </a:ext>
            </a:extLst>
          </p:cNvPr>
          <p:cNvSpPr txBox="1">
            <a:spLocks noGrp="1"/>
          </p:cNvSpPr>
          <p:nvPr>
            <p:ph type="body" sz="quarter" idx="1"/>
          </p:nvPr>
        </p:nvSpPr>
        <p:spPr>
          <a:xfrm>
            <a:off x="756000" y="5078520"/>
            <a:ext cx="6046560" cy="4809600"/>
          </a:xfrm>
        </p:spPr>
        <p:txBody>
          <a:bodyPr vert="horz"/>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8A6A1EB-919F-9995-99A4-4460AFECE49D}"/>
              </a:ext>
            </a:extLst>
          </p:cNvPr>
          <p:cNvSpPr txBox="1">
            <a:spLocks noGrp="1"/>
          </p:cNvSpPr>
          <p:nvPr>
            <p:ph type="sldNum" sz="quarter" idx="5"/>
          </p:nvPr>
        </p:nvSpPr>
        <p:spPr>
          <a:ln/>
        </p:spPr>
        <p:txBody>
          <a:bodyPr vert="horz" lIns="0" tIns="0" rIns="0" bIns="0" anchor="b" anchorCtr="0">
            <a:noAutofit/>
          </a:bodyPr>
          <a:lstStyle/>
          <a:p>
            <a:pPr lvl="0"/>
            <a:fld id="{278E14F7-B8C1-47C5-86A2-DE5FCD7C31D4}" type="slidenum">
              <a:t>5</a:t>
            </a:fld>
            <a:endParaRPr lang="en-US"/>
          </a:p>
        </p:txBody>
      </p:sp>
      <p:sp>
        <p:nvSpPr>
          <p:cNvPr id="2" name="Slide Image Placeholder 1">
            <a:extLst>
              <a:ext uri="{FF2B5EF4-FFF2-40B4-BE49-F238E27FC236}">
                <a16:creationId xmlns:a16="http://schemas.microsoft.com/office/drawing/2014/main" id="{D432271D-0CE7-6A0B-6DB6-8D5D2AE451AF}"/>
              </a:ext>
            </a:extLst>
          </p:cNvPr>
          <p:cNvSpPr>
            <a:spLocks noGrp="1" noRot="1" noChangeAspect="1" noResize="1"/>
          </p:cNvSpPr>
          <p:nvPr>
            <p:ph type="sldImg"/>
          </p:nvPr>
        </p:nvSpPr>
        <p:spPr>
          <a:xfrm>
            <a:off x="1109663" y="801688"/>
            <a:ext cx="5340350" cy="400685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32935EE0-0F02-9CA7-5AE7-543649FAB209}"/>
              </a:ext>
            </a:extLst>
          </p:cNvPr>
          <p:cNvSpPr txBox="1">
            <a:spLocks noGrp="1"/>
          </p:cNvSpPr>
          <p:nvPr>
            <p:ph type="body" sz="quarter" idx="1"/>
          </p:nvPr>
        </p:nvSpPr>
        <p:spPr>
          <a:xfrm>
            <a:off x="756000" y="5078520"/>
            <a:ext cx="6046560" cy="4809600"/>
          </a:xfrm>
        </p:spPr>
        <p:txBody>
          <a:bodyPr vert="horz"/>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D48C1AE-3AC2-5396-841B-AE160B998CB0}"/>
              </a:ext>
            </a:extLst>
          </p:cNvPr>
          <p:cNvSpPr txBox="1">
            <a:spLocks noGrp="1"/>
          </p:cNvSpPr>
          <p:nvPr>
            <p:ph type="sldNum" sz="quarter" idx="5"/>
          </p:nvPr>
        </p:nvSpPr>
        <p:spPr>
          <a:ln/>
        </p:spPr>
        <p:txBody>
          <a:bodyPr vert="horz" lIns="0" tIns="0" rIns="0" bIns="0" anchor="b" anchorCtr="0">
            <a:noAutofit/>
          </a:bodyPr>
          <a:lstStyle/>
          <a:p>
            <a:pPr lvl="0"/>
            <a:fld id="{70C399FE-CA97-4B14-A0B0-CA6AF1FDC711}" type="slidenum">
              <a:t>6</a:t>
            </a:fld>
            <a:endParaRPr lang="en-US"/>
          </a:p>
        </p:txBody>
      </p:sp>
      <p:sp>
        <p:nvSpPr>
          <p:cNvPr id="2" name="Slide Image Placeholder 1">
            <a:extLst>
              <a:ext uri="{FF2B5EF4-FFF2-40B4-BE49-F238E27FC236}">
                <a16:creationId xmlns:a16="http://schemas.microsoft.com/office/drawing/2014/main" id="{47C6328E-7295-43A9-4520-98EB0D6A8855}"/>
              </a:ext>
            </a:extLst>
          </p:cNvPr>
          <p:cNvSpPr>
            <a:spLocks noGrp="1" noRot="1" noChangeAspect="1" noResize="1"/>
          </p:cNvSpPr>
          <p:nvPr>
            <p:ph type="sldImg"/>
          </p:nvPr>
        </p:nvSpPr>
        <p:spPr>
          <a:xfrm>
            <a:off x="1109663" y="801688"/>
            <a:ext cx="5340350" cy="400685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A743DD7C-7F87-520E-70CA-3100B8065B0A}"/>
              </a:ext>
            </a:extLst>
          </p:cNvPr>
          <p:cNvSpPr txBox="1">
            <a:spLocks noGrp="1"/>
          </p:cNvSpPr>
          <p:nvPr>
            <p:ph type="body" sz="quarter" idx="1"/>
          </p:nvPr>
        </p:nvSpPr>
        <p:spPr>
          <a:xfrm>
            <a:off x="756000" y="5078520"/>
            <a:ext cx="6046560" cy="4809600"/>
          </a:xfrm>
        </p:spPr>
        <p:txBody>
          <a:bodyPr vert="horz"/>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05E61713-D4E1-3787-AE27-AA09CB22F3A2}"/>
              </a:ext>
            </a:extLst>
          </p:cNvPr>
          <p:cNvSpPr txBox="1">
            <a:spLocks noGrp="1"/>
          </p:cNvSpPr>
          <p:nvPr>
            <p:ph type="sldNum" sz="quarter" idx="8"/>
          </p:nvPr>
        </p:nvSpPr>
        <p:spPr>
          <a:xfrm>
            <a:off x="4281840" y="10156320"/>
            <a:ext cx="3276000" cy="533520"/>
          </a:xfrm>
        </p:spPr>
        <p:txBody>
          <a:bodyPr wrap="square" lIns="96480" tIns="48240" rIns="96480" bIns="48240"/>
          <a:lstStyle/>
          <a:p>
            <a:pPr lvl="0"/>
            <a:fld id="{EE163434-756E-44CF-A4B5-76993F37EF5E}" type="slidenum">
              <a:t>7</a:t>
            </a:fld>
            <a:endParaRPr lang="en-US" sz="1300">
              <a:latin typeface="Arial" pitchFamily="80"/>
              <a:ea typeface="ＭＳ Ｐゴシック" pitchFamily="1"/>
            </a:endParaRPr>
          </a:p>
        </p:txBody>
      </p:sp>
      <p:sp>
        <p:nvSpPr>
          <p:cNvPr id="8" name="Slide Number Placeholder 6">
            <a:extLst>
              <a:ext uri="{FF2B5EF4-FFF2-40B4-BE49-F238E27FC236}">
                <a16:creationId xmlns:a16="http://schemas.microsoft.com/office/drawing/2014/main" id="{C0B3CFF2-F4B2-1890-54EF-E21ABB8D1991}"/>
              </a:ext>
            </a:extLst>
          </p:cNvPr>
          <p:cNvSpPr txBox="1">
            <a:spLocks noGrp="1"/>
          </p:cNvSpPr>
          <p:nvPr>
            <p:ph type="sldNum" sz="quarter" idx="5"/>
          </p:nvPr>
        </p:nvSpPr>
        <p:spPr>
          <a:ln/>
        </p:spPr>
        <p:txBody>
          <a:bodyPr vert="horz" lIns="0" tIns="0" rIns="0" bIns="0" anchor="b" anchorCtr="0">
            <a:noAutofit/>
          </a:bodyPr>
          <a:lstStyle/>
          <a:p>
            <a:pPr lvl="0"/>
            <a:fld id="{7BE5495A-D482-4CFC-9B90-EBD228E32C0E}" type="slidenum">
              <a:t>7</a:t>
            </a:fld>
            <a:endParaRPr lang="en-US"/>
          </a:p>
        </p:txBody>
      </p:sp>
      <p:sp>
        <p:nvSpPr>
          <p:cNvPr id="3" name="Slide Image Placeholder 2">
            <a:extLst>
              <a:ext uri="{FF2B5EF4-FFF2-40B4-BE49-F238E27FC236}">
                <a16:creationId xmlns:a16="http://schemas.microsoft.com/office/drawing/2014/main" id="{3367DB2E-EE27-73D2-2B1B-37F8B193ECFC}"/>
              </a:ext>
            </a:extLst>
          </p:cNvPr>
          <p:cNvSpPr>
            <a:spLocks noGrp="1" noRot="1" noChangeAspect="1" noResize="1"/>
          </p:cNvSpPr>
          <p:nvPr>
            <p:ph type="sldImg"/>
          </p:nvPr>
        </p:nvSpPr>
        <p:spPr>
          <a:xfrm>
            <a:off x="1299240" y="802440"/>
            <a:ext cx="4960800" cy="4008959"/>
          </a:xfrm>
          <a:solidFill>
            <a:srgbClr val="729FCF"/>
          </a:solidFill>
          <a:ln w="25400">
            <a:solidFill>
              <a:srgbClr val="3465A4"/>
            </a:solidFill>
            <a:prstDash val="solid"/>
          </a:ln>
        </p:spPr>
      </p:sp>
      <p:sp>
        <p:nvSpPr>
          <p:cNvPr id="4" name="Rectangle 3">
            <a:extLst>
              <a:ext uri="{FF2B5EF4-FFF2-40B4-BE49-F238E27FC236}">
                <a16:creationId xmlns:a16="http://schemas.microsoft.com/office/drawing/2014/main" id="{7FDF8FC0-C69D-E7B6-620E-046554E429B2}"/>
              </a:ext>
            </a:extLst>
          </p:cNvPr>
          <p:cNvSpPr txBox="1">
            <a:spLocks noGrp="1"/>
          </p:cNvSpPr>
          <p:nvPr>
            <p:ph type="body" sz="quarter" idx="1"/>
          </p:nvPr>
        </p:nvSpPr>
        <p:spPr>
          <a:xfrm>
            <a:off x="756360" y="5078880"/>
            <a:ext cx="6046920" cy="4809960"/>
          </a:xfrm>
        </p:spPr>
        <p:txBody>
          <a:bodyPr vert="horz" wrap="square" lIns="96480" tIns="48240" rIns="96480" bIns="48240" anchor="t">
            <a:noAutofit/>
          </a:bodyPr>
          <a:lstStyle/>
          <a:p>
            <a:endParaRPr lang="en-US" sz="281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8AE85D4-E511-F02A-442C-496FEB581DF2}"/>
              </a:ext>
            </a:extLst>
          </p:cNvPr>
          <p:cNvSpPr txBox="1">
            <a:spLocks noGrp="1"/>
          </p:cNvSpPr>
          <p:nvPr>
            <p:ph type="sldNum" sz="quarter" idx="5"/>
          </p:nvPr>
        </p:nvSpPr>
        <p:spPr>
          <a:ln/>
        </p:spPr>
        <p:txBody>
          <a:bodyPr vert="horz" lIns="0" tIns="0" rIns="0" bIns="0" anchor="b" anchorCtr="0">
            <a:noAutofit/>
          </a:bodyPr>
          <a:lstStyle/>
          <a:p>
            <a:pPr lvl="0"/>
            <a:fld id="{0F58D83E-55F9-4DD3-8A6C-50758B194533}" type="slidenum">
              <a:t>8</a:t>
            </a:fld>
            <a:endParaRPr lang="en-US"/>
          </a:p>
        </p:txBody>
      </p:sp>
      <p:sp>
        <p:nvSpPr>
          <p:cNvPr id="2" name="Slide Image Placeholder 1">
            <a:extLst>
              <a:ext uri="{FF2B5EF4-FFF2-40B4-BE49-F238E27FC236}">
                <a16:creationId xmlns:a16="http://schemas.microsoft.com/office/drawing/2014/main" id="{E7898E1C-A42E-DFE2-1010-EA155E8C0021}"/>
              </a:ext>
            </a:extLst>
          </p:cNvPr>
          <p:cNvSpPr>
            <a:spLocks noGrp="1" noRot="1" noChangeAspect="1" noResize="1"/>
          </p:cNvSpPr>
          <p:nvPr>
            <p:ph type="sldImg"/>
          </p:nvPr>
        </p:nvSpPr>
        <p:spPr>
          <a:xfrm>
            <a:off x="1109663" y="801688"/>
            <a:ext cx="5340350" cy="400685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5A68E45D-F5D2-57F0-A046-5B59E23B304A}"/>
              </a:ext>
            </a:extLst>
          </p:cNvPr>
          <p:cNvSpPr txBox="1">
            <a:spLocks noGrp="1"/>
          </p:cNvSpPr>
          <p:nvPr>
            <p:ph type="body" sz="quarter" idx="1"/>
          </p:nvPr>
        </p:nvSpPr>
        <p:spPr>
          <a:xfrm>
            <a:off x="756000" y="5078520"/>
            <a:ext cx="6046560" cy="4809600"/>
          </a:xfrm>
        </p:spPr>
        <p:txBody>
          <a:bodyPr vert="horz"/>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F7802AF-3643-72D6-89D7-0C4381020D9D}"/>
              </a:ext>
            </a:extLst>
          </p:cNvPr>
          <p:cNvSpPr txBox="1">
            <a:spLocks noGrp="1"/>
          </p:cNvSpPr>
          <p:nvPr>
            <p:ph type="sldNum" sz="quarter" idx="5"/>
          </p:nvPr>
        </p:nvSpPr>
        <p:spPr>
          <a:ln/>
        </p:spPr>
        <p:txBody>
          <a:bodyPr vert="horz" lIns="0" tIns="0" rIns="0" bIns="0" anchor="b" anchorCtr="0">
            <a:noAutofit/>
          </a:bodyPr>
          <a:lstStyle/>
          <a:p>
            <a:pPr lvl="0"/>
            <a:fld id="{1961847E-3BC9-481B-980C-DEDA8971CCB7}" type="slidenum">
              <a:t>9</a:t>
            </a:fld>
            <a:endParaRPr lang="en-US"/>
          </a:p>
        </p:txBody>
      </p:sp>
      <p:sp>
        <p:nvSpPr>
          <p:cNvPr id="2" name="Slide Image Placeholder 1">
            <a:extLst>
              <a:ext uri="{FF2B5EF4-FFF2-40B4-BE49-F238E27FC236}">
                <a16:creationId xmlns:a16="http://schemas.microsoft.com/office/drawing/2014/main" id="{7828D485-E1AA-37E7-0BC2-8221095ECC14}"/>
              </a:ext>
            </a:extLst>
          </p:cNvPr>
          <p:cNvSpPr>
            <a:spLocks noGrp="1" noRot="1" noChangeAspect="1" noResize="1"/>
          </p:cNvSpPr>
          <p:nvPr>
            <p:ph type="sldImg"/>
          </p:nvPr>
        </p:nvSpPr>
        <p:spPr>
          <a:xfrm>
            <a:off x="1109663" y="801688"/>
            <a:ext cx="5340350" cy="400685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D65D7A10-E524-FEA1-6C9A-F23C4E216CFC}"/>
              </a:ext>
            </a:extLst>
          </p:cNvPr>
          <p:cNvSpPr txBox="1">
            <a:spLocks noGrp="1"/>
          </p:cNvSpPr>
          <p:nvPr>
            <p:ph type="body" sz="quarter" idx="1"/>
          </p:nvPr>
        </p:nvSpPr>
        <p:spPr>
          <a:xfrm>
            <a:off x="756000" y="5078520"/>
            <a:ext cx="6046560" cy="4809600"/>
          </a:xfrm>
        </p:spPr>
        <p:txBody>
          <a:bodyPr vert="horz"/>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26C52B8-59AA-20C1-3330-5D9BA1485403}"/>
              </a:ext>
            </a:extLst>
          </p:cNvPr>
          <p:cNvSpPr txBox="1">
            <a:spLocks noGrp="1"/>
          </p:cNvSpPr>
          <p:nvPr>
            <p:ph type="sldNum" sz="quarter" idx="5"/>
          </p:nvPr>
        </p:nvSpPr>
        <p:spPr>
          <a:ln/>
        </p:spPr>
        <p:txBody>
          <a:bodyPr vert="horz" lIns="0" tIns="0" rIns="0" bIns="0" anchor="b" anchorCtr="0">
            <a:noAutofit/>
          </a:bodyPr>
          <a:lstStyle/>
          <a:p>
            <a:pPr lvl="0"/>
            <a:fld id="{EAE7AC38-2BAF-44F6-8491-3D782953E07D}" type="slidenum">
              <a:t>10</a:t>
            </a:fld>
            <a:endParaRPr lang="en-US"/>
          </a:p>
        </p:txBody>
      </p:sp>
      <p:sp>
        <p:nvSpPr>
          <p:cNvPr id="2" name="Slide Image Placeholder 1">
            <a:extLst>
              <a:ext uri="{FF2B5EF4-FFF2-40B4-BE49-F238E27FC236}">
                <a16:creationId xmlns:a16="http://schemas.microsoft.com/office/drawing/2014/main" id="{6C37F705-885B-0579-1DDD-F0D773423032}"/>
              </a:ext>
            </a:extLst>
          </p:cNvPr>
          <p:cNvSpPr>
            <a:spLocks noGrp="1" noRot="1" noChangeAspect="1" noResize="1"/>
          </p:cNvSpPr>
          <p:nvPr>
            <p:ph type="sldImg"/>
          </p:nvPr>
        </p:nvSpPr>
        <p:spPr>
          <a:xfrm>
            <a:off x="1109663" y="801688"/>
            <a:ext cx="5340350" cy="400685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EB735B18-B4EE-EE00-3FF9-B471AFFE9452}"/>
              </a:ext>
            </a:extLst>
          </p:cNvPr>
          <p:cNvSpPr txBox="1">
            <a:spLocks noGrp="1"/>
          </p:cNvSpPr>
          <p:nvPr>
            <p:ph type="body" sz="quarter" idx="1"/>
          </p:nvPr>
        </p:nvSpPr>
        <p:spPr>
          <a:xfrm>
            <a:off x="756000" y="5078520"/>
            <a:ext cx="6046560" cy="4809600"/>
          </a:xfrm>
        </p:spPr>
        <p:txBody>
          <a:bodyPr vert="horz"/>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7B59149-D391-BADE-0921-3BCD3C0BDDFD}"/>
              </a:ext>
            </a:extLst>
          </p:cNvPr>
          <p:cNvSpPr txBox="1">
            <a:spLocks noGrp="1"/>
          </p:cNvSpPr>
          <p:nvPr>
            <p:ph type="sldNum" sz="quarter" idx="5"/>
          </p:nvPr>
        </p:nvSpPr>
        <p:spPr>
          <a:ln/>
        </p:spPr>
        <p:txBody>
          <a:bodyPr vert="horz" lIns="0" tIns="0" rIns="0" bIns="0" anchor="b" anchorCtr="0">
            <a:noAutofit/>
          </a:bodyPr>
          <a:lstStyle/>
          <a:p>
            <a:pPr lvl="0"/>
            <a:fld id="{FB3C1410-8F6E-4D31-AEC6-DDAA79E2E96B}" type="slidenum">
              <a:t>11</a:t>
            </a:fld>
            <a:endParaRPr lang="en-US"/>
          </a:p>
        </p:txBody>
      </p:sp>
      <p:sp>
        <p:nvSpPr>
          <p:cNvPr id="2" name="Slide Image Placeholder 1">
            <a:extLst>
              <a:ext uri="{FF2B5EF4-FFF2-40B4-BE49-F238E27FC236}">
                <a16:creationId xmlns:a16="http://schemas.microsoft.com/office/drawing/2014/main" id="{6445A41C-2F8D-5CD6-0F31-004D8BE29448}"/>
              </a:ext>
            </a:extLst>
          </p:cNvPr>
          <p:cNvSpPr>
            <a:spLocks noGrp="1" noRot="1" noChangeAspect="1" noResize="1"/>
          </p:cNvSpPr>
          <p:nvPr>
            <p:ph type="sldImg"/>
          </p:nvPr>
        </p:nvSpPr>
        <p:spPr>
          <a:xfrm>
            <a:off x="1109663" y="801688"/>
            <a:ext cx="5340350" cy="400685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E031FEAA-E77D-9F3E-7FD6-364776DE442C}"/>
              </a:ext>
            </a:extLst>
          </p:cNvPr>
          <p:cNvSpPr txBox="1">
            <a:spLocks noGrp="1"/>
          </p:cNvSpPr>
          <p:nvPr>
            <p:ph type="body" sz="quarter" idx="1"/>
          </p:nvPr>
        </p:nvSpPr>
        <p:spPr>
          <a:xfrm>
            <a:off x="756000" y="5078520"/>
            <a:ext cx="6046560" cy="4809600"/>
          </a:xfrm>
        </p:spPr>
        <p:txBody>
          <a:bodyPr vert="horz"/>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12A5F14-F85B-70AD-E295-63CF5B38A3DC}"/>
              </a:ext>
            </a:extLst>
          </p:cNvPr>
          <p:cNvSpPr txBox="1">
            <a:spLocks noGrp="1"/>
          </p:cNvSpPr>
          <p:nvPr>
            <p:ph type="sldNum" sz="quarter" idx="5"/>
          </p:nvPr>
        </p:nvSpPr>
        <p:spPr>
          <a:ln/>
        </p:spPr>
        <p:txBody>
          <a:bodyPr vert="horz" lIns="0" tIns="0" rIns="0" bIns="0" anchor="b" anchorCtr="0">
            <a:noAutofit/>
          </a:bodyPr>
          <a:lstStyle/>
          <a:p>
            <a:pPr lvl="0"/>
            <a:fld id="{02D22F77-545B-45F0-96EF-05BFA0027622}" type="slidenum">
              <a:t>12</a:t>
            </a:fld>
            <a:endParaRPr lang="en-US"/>
          </a:p>
        </p:txBody>
      </p:sp>
      <p:sp>
        <p:nvSpPr>
          <p:cNvPr id="2" name="Slide Image Placeholder 1">
            <a:extLst>
              <a:ext uri="{FF2B5EF4-FFF2-40B4-BE49-F238E27FC236}">
                <a16:creationId xmlns:a16="http://schemas.microsoft.com/office/drawing/2014/main" id="{9A13ABAA-CA22-58E1-40D2-21FECB2D82D5}"/>
              </a:ext>
            </a:extLst>
          </p:cNvPr>
          <p:cNvSpPr>
            <a:spLocks noGrp="1" noRot="1" noChangeAspect="1" noResize="1"/>
          </p:cNvSpPr>
          <p:nvPr>
            <p:ph type="sldImg"/>
          </p:nvPr>
        </p:nvSpPr>
        <p:spPr>
          <a:xfrm>
            <a:off x="1109663" y="801688"/>
            <a:ext cx="5340350" cy="400685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914C9B7-3B65-8EC7-E3E1-FB4B375966CC}"/>
              </a:ext>
            </a:extLst>
          </p:cNvPr>
          <p:cNvSpPr txBox="1">
            <a:spLocks noGrp="1"/>
          </p:cNvSpPr>
          <p:nvPr>
            <p:ph type="body" sz="quarter" idx="1"/>
          </p:nvPr>
        </p:nvSpPr>
        <p:spPr>
          <a:xfrm>
            <a:off x="756000" y="5078520"/>
            <a:ext cx="6046560" cy="4809600"/>
          </a:xfrm>
        </p:spPr>
        <p:txBody>
          <a:bodyPr vert="horz"/>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F9D7E66-2523-891E-D355-1FE1B2877E93}"/>
              </a:ext>
            </a:extLst>
          </p:cNvPr>
          <p:cNvSpPr txBox="1">
            <a:spLocks noGrp="1"/>
          </p:cNvSpPr>
          <p:nvPr>
            <p:ph type="sldNum" sz="quarter" idx="5"/>
          </p:nvPr>
        </p:nvSpPr>
        <p:spPr>
          <a:ln/>
        </p:spPr>
        <p:txBody>
          <a:bodyPr vert="horz" lIns="0" tIns="0" rIns="0" bIns="0" anchor="b" anchorCtr="0">
            <a:noAutofit/>
          </a:bodyPr>
          <a:lstStyle/>
          <a:p>
            <a:pPr lvl="0"/>
            <a:fld id="{B4232D30-4C60-46C3-BD4B-8340B6FF88DF}" type="slidenum">
              <a:t>13</a:t>
            </a:fld>
            <a:endParaRPr lang="en-US"/>
          </a:p>
        </p:txBody>
      </p:sp>
      <p:sp>
        <p:nvSpPr>
          <p:cNvPr id="2" name="Slide Image Placeholder 1">
            <a:extLst>
              <a:ext uri="{FF2B5EF4-FFF2-40B4-BE49-F238E27FC236}">
                <a16:creationId xmlns:a16="http://schemas.microsoft.com/office/drawing/2014/main" id="{CBCA1116-1AF9-BC52-C342-605352C75E0F}"/>
              </a:ext>
            </a:extLst>
          </p:cNvPr>
          <p:cNvSpPr>
            <a:spLocks noGrp="1" noRot="1" noChangeAspect="1" noResize="1"/>
          </p:cNvSpPr>
          <p:nvPr>
            <p:ph type="sldImg"/>
          </p:nvPr>
        </p:nvSpPr>
        <p:spPr>
          <a:xfrm>
            <a:off x="1109663" y="801688"/>
            <a:ext cx="5340350" cy="400685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B63EAE9A-88FE-3E9F-04B4-E75CC6678378}"/>
              </a:ext>
            </a:extLst>
          </p:cNvPr>
          <p:cNvSpPr txBox="1">
            <a:spLocks noGrp="1"/>
          </p:cNvSpPr>
          <p:nvPr>
            <p:ph type="body" sz="quarter" idx="1"/>
          </p:nvPr>
        </p:nvSpPr>
        <p:spPr>
          <a:xfrm>
            <a:off x="756000" y="5078520"/>
            <a:ext cx="6046560" cy="4809600"/>
          </a:xfrm>
        </p:spPr>
        <p:txBody>
          <a:bodyPr vert="horz"/>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6EE68E7-B977-A364-B14E-0C78FAB91ADD}"/>
              </a:ext>
            </a:extLst>
          </p:cNvPr>
          <p:cNvSpPr txBox="1">
            <a:spLocks noGrp="1"/>
          </p:cNvSpPr>
          <p:nvPr>
            <p:ph type="sldNum" sz="quarter" idx="5"/>
          </p:nvPr>
        </p:nvSpPr>
        <p:spPr>
          <a:ln/>
        </p:spPr>
        <p:txBody>
          <a:bodyPr vert="horz" lIns="0" tIns="0" rIns="0" bIns="0" anchor="b" anchorCtr="0">
            <a:noAutofit/>
          </a:bodyPr>
          <a:lstStyle/>
          <a:p>
            <a:pPr lvl="0"/>
            <a:fld id="{C56A22B3-F958-4D52-B4F0-2302DB2F812D}" type="slidenum">
              <a:t>14</a:t>
            </a:fld>
            <a:endParaRPr lang="en-US"/>
          </a:p>
        </p:txBody>
      </p:sp>
      <p:sp>
        <p:nvSpPr>
          <p:cNvPr id="2" name="Slide Image Placeholder 1">
            <a:extLst>
              <a:ext uri="{FF2B5EF4-FFF2-40B4-BE49-F238E27FC236}">
                <a16:creationId xmlns:a16="http://schemas.microsoft.com/office/drawing/2014/main" id="{A3203AAF-FCCD-F95C-925F-7E9985D2D776}"/>
              </a:ext>
            </a:extLst>
          </p:cNvPr>
          <p:cNvSpPr>
            <a:spLocks noGrp="1" noRot="1" noChangeAspect="1" noResize="1"/>
          </p:cNvSpPr>
          <p:nvPr>
            <p:ph type="sldImg"/>
          </p:nvPr>
        </p:nvSpPr>
        <p:spPr>
          <a:xfrm>
            <a:off x="1109663" y="801688"/>
            <a:ext cx="5340350" cy="400685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0A127EEE-D24F-0EC6-D3DC-94EA551EAB14}"/>
              </a:ext>
            </a:extLst>
          </p:cNvPr>
          <p:cNvSpPr txBox="1">
            <a:spLocks noGrp="1"/>
          </p:cNvSpPr>
          <p:nvPr>
            <p:ph type="body" sz="quarter" idx="1"/>
          </p:nvPr>
        </p:nvSpPr>
        <p:spPr>
          <a:xfrm>
            <a:off x="756000" y="5078520"/>
            <a:ext cx="6046560" cy="4809600"/>
          </a:xfrm>
        </p:spPr>
        <p:txBody>
          <a:bodyPr vert="horz"/>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D59E59B-1F0E-84A7-EAE6-D85CE6805919}"/>
              </a:ext>
            </a:extLst>
          </p:cNvPr>
          <p:cNvSpPr txBox="1">
            <a:spLocks noGrp="1"/>
          </p:cNvSpPr>
          <p:nvPr>
            <p:ph type="sldNum" sz="quarter" idx="5"/>
          </p:nvPr>
        </p:nvSpPr>
        <p:spPr>
          <a:ln/>
        </p:spPr>
        <p:txBody>
          <a:bodyPr vert="horz" lIns="0" tIns="0" rIns="0" bIns="0" anchor="b" anchorCtr="0">
            <a:noAutofit/>
          </a:bodyPr>
          <a:lstStyle/>
          <a:p>
            <a:pPr lvl="0"/>
            <a:fld id="{ADCABB17-F694-4366-870B-356847DD484E}" type="slidenum">
              <a:t>15</a:t>
            </a:fld>
            <a:endParaRPr lang="en-US"/>
          </a:p>
        </p:txBody>
      </p:sp>
      <p:sp>
        <p:nvSpPr>
          <p:cNvPr id="2" name="Slide Image Placeholder 1">
            <a:extLst>
              <a:ext uri="{FF2B5EF4-FFF2-40B4-BE49-F238E27FC236}">
                <a16:creationId xmlns:a16="http://schemas.microsoft.com/office/drawing/2014/main" id="{F9634D6C-5220-9791-8EBF-D504317D0CC9}"/>
              </a:ext>
            </a:extLst>
          </p:cNvPr>
          <p:cNvSpPr>
            <a:spLocks noGrp="1" noRot="1" noChangeAspect="1" noResize="1"/>
          </p:cNvSpPr>
          <p:nvPr>
            <p:ph type="sldImg"/>
          </p:nvPr>
        </p:nvSpPr>
        <p:spPr>
          <a:xfrm>
            <a:off x="1109663" y="801688"/>
            <a:ext cx="5340350" cy="400685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5FEF1016-2027-A4AB-A60B-7400A03756C5}"/>
              </a:ext>
            </a:extLst>
          </p:cNvPr>
          <p:cNvSpPr txBox="1">
            <a:spLocks noGrp="1"/>
          </p:cNvSpPr>
          <p:nvPr>
            <p:ph type="body" sz="quarter" idx="1"/>
          </p:nvPr>
        </p:nvSpPr>
        <p:spPr>
          <a:xfrm>
            <a:off x="756000" y="5078520"/>
            <a:ext cx="6046560" cy="4809600"/>
          </a:xfrm>
        </p:spPr>
        <p:txBody>
          <a:bodyPr vert="horz"/>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B140557-E34D-F9A3-8BE2-63A166BCB253}"/>
              </a:ext>
            </a:extLst>
          </p:cNvPr>
          <p:cNvSpPr txBox="1">
            <a:spLocks noGrp="1"/>
          </p:cNvSpPr>
          <p:nvPr>
            <p:ph type="sldNum" sz="quarter" idx="5"/>
          </p:nvPr>
        </p:nvSpPr>
        <p:spPr>
          <a:ln/>
        </p:spPr>
        <p:txBody>
          <a:bodyPr vert="horz" lIns="0" tIns="0" rIns="0" bIns="0" anchor="b" anchorCtr="0">
            <a:noAutofit/>
          </a:bodyPr>
          <a:lstStyle/>
          <a:p>
            <a:pPr lvl="0"/>
            <a:fld id="{4B6E8C83-EB81-407D-A49B-50544D902701}" type="slidenum">
              <a:t>16</a:t>
            </a:fld>
            <a:endParaRPr lang="en-US"/>
          </a:p>
        </p:txBody>
      </p:sp>
      <p:sp>
        <p:nvSpPr>
          <p:cNvPr id="2" name="Slide Image Placeholder 1">
            <a:extLst>
              <a:ext uri="{FF2B5EF4-FFF2-40B4-BE49-F238E27FC236}">
                <a16:creationId xmlns:a16="http://schemas.microsoft.com/office/drawing/2014/main" id="{7B2579BC-827E-FBB7-60D2-36DFBA47E9B2}"/>
              </a:ext>
            </a:extLst>
          </p:cNvPr>
          <p:cNvSpPr>
            <a:spLocks noGrp="1" noRot="1" noChangeAspect="1" noResize="1"/>
          </p:cNvSpPr>
          <p:nvPr>
            <p:ph type="sldImg"/>
          </p:nvPr>
        </p:nvSpPr>
        <p:spPr>
          <a:xfrm>
            <a:off x="1109663" y="801688"/>
            <a:ext cx="5340350" cy="400685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2E018B7F-90CE-E769-3B66-A7CF9F22D3CF}"/>
              </a:ext>
            </a:extLst>
          </p:cNvPr>
          <p:cNvSpPr txBox="1">
            <a:spLocks noGrp="1"/>
          </p:cNvSpPr>
          <p:nvPr>
            <p:ph type="body" sz="quarter" idx="1"/>
          </p:nvPr>
        </p:nvSpPr>
        <p:spPr>
          <a:xfrm>
            <a:off x="756000" y="5078520"/>
            <a:ext cx="6046560" cy="4809600"/>
          </a:xfrm>
        </p:spPr>
        <p:txBody>
          <a:bodyPr vert="horz"/>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14DF369-5C44-B579-7C61-59F8E16B8928}"/>
              </a:ext>
            </a:extLst>
          </p:cNvPr>
          <p:cNvSpPr txBox="1">
            <a:spLocks noGrp="1"/>
          </p:cNvSpPr>
          <p:nvPr>
            <p:ph type="sldNum" sz="quarter" idx="5"/>
          </p:nvPr>
        </p:nvSpPr>
        <p:spPr>
          <a:ln/>
        </p:spPr>
        <p:txBody>
          <a:bodyPr vert="horz" lIns="0" tIns="0" rIns="0" bIns="0" anchor="b" anchorCtr="0">
            <a:noAutofit/>
          </a:bodyPr>
          <a:lstStyle/>
          <a:p>
            <a:pPr lvl="0"/>
            <a:fld id="{6AB1D9A8-9F5D-435B-8822-B3B8E114D78C}" type="slidenum">
              <a:t>17</a:t>
            </a:fld>
            <a:endParaRPr lang="en-US"/>
          </a:p>
        </p:txBody>
      </p:sp>
      <p:sp>
        <p:nvSpPr>
          <p:cNvPr id="2" name="Slide Image Placeholder 1">
            <a:extLst>
              <a:ext uri="{FF2B5EF4-FFF2-40B4-BE49-F238E27FC236}">
                <a16:creationId xmlns:a16="http://schemas.microsoft.com/office/drawing/2014/main" id="{BF8EACED-ADE0-6761-4A0B-C8AB357641C6}"/>
              </a:ext>
            </a:extLst>
          </p:cNvPr>
          <p:cNvSpPr>
            <a:spLocks noGrp="1" noRot="1" noChangeAspect="1" noResize="1"/>
          </p:cNvSpPr>
          <p:nvPr>
            <p:ph type="sldImg"/>
          </p:nvPr>
        </p:nvSpPr>
        <p:spPr>
          <a:xfrm>
            <a:off x="1109663" y="801688"/>
            <a:ext cx="5340350" cy="400685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5B107EA0-4A20-2BA3-B25E-1A9DA99FC16A}"/>
              </a:ext>
            </a:extLst>
          </p:cNvPr>
          <p:cNvSpPr txBox="1">
            <a:spLocks noGrp="1"/>
          </p:cNvSpPr>
          <p:nvPr>
            <p:ph type="body" sz="quarter" idx="1"/>
          </p:nvPr>
        </p:nvSpPr>
        <p:spPr>
          <a:xfrm>
            <a:off x="756000" y="5078520"/>
            <a:ext cx="6046560" cy="4809600"/>
          </a:xfrm>
        </p:spPr>
        <p:txBody>
          <a:bodyPr vert="horz"/>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7BE499D-83F0-7DAB-5AA6-115F368379FB}"/>
              </a:ext>
            </a:extLst>
          </p:cNvPr>
          <p:cNvSpPr txBox="1">
            <a:spLocks noGrp="1"/>
          </p:cNvSpPr>
          <p:nvPr>
            <p:ph type="sldNum" sz="quarter" idx="5"/>
          </p:nvPr>
        </p:nvSpPr>
        <p:spPr>
          <a:ln/>
        </p:spPr>
        <p:txBody>
          <a:bodyPr vert="horz" lIns="0" tIns="0" rIns="0" bIns="0" anchor="b" anchorCtr="0">
            <a:noAutofit/>
          </a:bodyPr>
          <a:lstStyle/>
          <a:p>
            <a:pPr lvl="0"/>
            <a:fld id="{CDEE407D-0219-43EC-B270-4AABE5700760}" type="slidenum">
              <a:t>18</a:t>
            </a:fld>
            <a:endParaRPr lang="en-US"/>
          </a:p>
        </p:txBody>
      </p:sp>
      <p:sp>
        <p:nvSpPr>
          <p:cNvPr id="2" name="Slide Image Placeholder 1">
            <a:extLst>
              <a:ext uri="{FF2B5EF4-FFF2-40B4-BE49-F238E27FC236}">
                <a16:creationId xmlns:a16="http://schemas.microsoft.com/office/drawing/2014/main" id="{147FA3AE-D066-8D43-8779-2AA4F77A117C}"/>
              </a:ext>
            </a:extLst>
          </p:cNvPr>
          <p:cNvSpPr>
            <a:spLocks noGrp="1" noRot="1" noChangeAspect="1" noResize="1"/>
          </p:cNvSpPr>
          <p:nvPr>
            <p:ph type="sldImg"/>
          </p:nvPr>
        </p:nvSpPr>
        <p:spPr>
          <a:xfrm>
            <a:off x="1109663" y="801688"/>
            <a:ext cx="5340350" cy="400685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26519165-670F-D90E-3939-1FD70E158778}"/>
              </a:ext>
            </a:extLst>
          </p:cNvPr>
          <p:cNvSpPr txBox="1">
            <a:spLocks noGrp="1"/>
          </p:cNvSpPr>
          <p:nvPr>
            <p:ph type="body" sz="quarter" idx="1"/>
          </p:nvPr>
        </p:nvSpPr>
        <p:spPr>
          <a:xfrm>
            <a:off x="756000" y="5078520"/>
            <a:ext cx="6046560" cy="4809600"/>
          </a:xfrm>
        </p:spPr>
        <p:txBody>
          <a:bodyPr vert="horz"/>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C1B40AC-B082-798F-5E93-732F71E37E05}"/>
              </a:ext>
            </a:extLst>
          </p:cNvPr>
          <p:cNvSpPr txBox="1">
            <a:spLocks noGrp="1"/>
          </p:cNvSpPr>
          <p:nvPr>
            <p:ph type="sldNum" sz="quarter" idx="5"/>
          </p:nvPr>
        </p:nvSpPr>
        <p:spPr>
          <a:ln/>
        </p:spPr>
        <p:txBody>
          <a:bodyPr vert="horz" lIns="0" tIns="0" rIns="0" bIns="0" anchor="b" anchorCtr="0">
            <a:noAutofit/>
          </a:bodyPr>
          <a:lstStyle/>
          <a:p>
            <a:pPr lvl="0"/>
            <a:fld id="{A35C4492-9D2D-4896-A07A-0843ACAB82B4}" type="slidenum">
              <a:t>19</a:t>
            </a:fld>
            <a:endParaRPr lang="en-US"/>
          </a:p>
        </p:txBody>
      </p:sp>
      <p:sp>
        <p:nvSpPr>
          <p:cNvPr id="2" name="Slide Image Placeholder 1">
            <a:extLst>
              <a:ext uri="{FF2B5EF4-FFF2-40B4-BE49-F238E27FC236}">
                <a16:creationId xmlns:a16="http://schemas.microsoft.com/office/drawing/2014/main" id="{3E495949-D245-1418-4A9E-734CD74CC5AC}"/>
              </a:ext>
            </a:extLst>
          </p:cNvPr>
          <p:cNvSpPr>
            <a:spLocks noGrp="1" noRot="1" noChangeAspect="1" noResize="1"/>
          </p:cNvSpPr>
          <p:nvPr>
            <p:ph type="sldImg"/>
          </p:nvPr>
        </p:nvSpPr>
        <p:spPr>
          <a:xfrm>
            <a:off x="1109663" y="801688"/>
            <a:ext cx="5340350" cy="400685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5803A63-4B35-A086-C7AC-3D504C1211E8}"/>
              </a:ext>
            </a:extLst>
          </p:cNvPr>
          <p:cNvSpPr txBox="1">
            <a:spLocks noGrp="1"/>
          </p:cNvSpPr>
          <p:nvPr>
            <p:ph type="body" sz="quarter" idx="1"/>
          </p:nvPr>
        </p:nvSpPr>
        <p:spPr>
          <a:xfrm>
            <a:off x="756000" y="5078520"/>
            <a:ext cx="6046560" cy="4809600"/>
          </a:xfrm>
        </p:spPr>
        <p:txBody>
          <a:bodyPr vert="horz"/>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2F77BF4-DFF7-BDFB-D7B6-384CC8544A1C}"/>
              </a:ext>
            </a:extLst>
          </p:cNvPr>
          <p:cNvSpPr txBox="1">
            <a:spLocks noGrp="1"/>
          </p:cNvSpPr>
          <p:nvPr>
            <p:ph type="sldNum" sz="quarter" idx="5"/>
          </p:nvPr>
        </p:nvSpPr>
        <p:spPr>
          <a:ln/>
        </p:spPr>
        <p:txBody>
          <a:bodyPr vert="horz" lIns="0" tIns="0" rIns="0" bIns="0" anchor="b" anchorCtr="0">
            <a:noAutofit/>
          </a:bodyPr>
          <a:lstStyle/>
          <a:p>
            <a:pPr lvl="0"/>
            <a:fld id="{A774E540-381A-4E00-A401-59594395BFD0}" type="slidenum">
              <a:t>20</a:t>
            </a:fld>
            <a:endParaRPr lang="en-US"/>
          </a:p>
        </p:txBody>
      </p:sp>
      <p:sp>
        <p:nvSpPr>
          <p:cNvPr id="2" name="Slide Image Placeholder 1">
            <a:extLst>
              <a:ext uri="{FF2B5EF4-FFF2-40B4-BE49-F238E27FC236}">
                <a16:creationId xmlns:a16="http://schemas.microsoft.com/office/drawing/2014/main" id="{9D0FA1D3-225F-0768-BC00-2E3FC3B50865}"/>
              </a:ext>
            </a:extLst>
          </p:cNvPr>
          <p:cNvSpPr>
            <a:spLocks noGrp="1" noRot="1" noChangeAspect="1" noResize="1"/>
          </p:cNvSpPr>
          <p:nvPr>
            <p:ph type="sldImg"/>
          </p:nvPr>
        </p:nvSpPr>
        <p:spPr>
          <a:xfrm>
            <a:off x="1109663" y="801688"/>
            <a:ext cx="5340350" cy="400685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B77768C2-EA6B-7FF9-B23E-1EC4EB51B08F}"/>
              </a:ext>
            </a:extLst>
          </p:cNvPr>
          <p:cNvSpPr txBox="1">
            <a:spLocks noGrp="1"/>
          </p:cNvSpPr>
          <p:nvPr>
            <p:ph type="body" sz="quarter" idx="1"/>
          </p:nvPr>
        </p:nvSpPr>
        <p:spPr>
          <a:xfrm>
            <a:off x="756000" y="5078520"/>
            <a:ext cx="6046560" cy="4809600"/>
          </a:xfrm>
        </p:spPr>
        <p:txBody>
          <a:bodyPr vert="horz"/>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E286ACB-F9AD-EC7D-9408-5A467BFD0214}"/>
              </a:ext>
            </a:extLst>
          </p:cNvPr>
          <p:cNvSpPr txBox="1">
            <a:spLocks noGrp="1"/>
          </p:cNvSpPr>
          <p:nvPr>
            <p:ph type="sldNum" sz="quarter" idx="5"/>
          </p:nvPr>
        </p:nvSpPr>
        <p:spPr>
          <a:ln/>
        </p:spPr>
        <p:txBody>
          <a:bodyPr vert="horz" lIns="0" tIns="0" rIns="0" bIns="0" anchor="b" anchorCtr="0">
            <a:noAutofit/>
          </a:bodyPr>
          <a:lstStyle/>
          <a:p>
            <a:pPr lvl="0"/>
            <a:fld id="{34DEB604-0780-48BF-A6B5-112E37B214D2}" type="slidenum">
              <a:t>21</a:t>
            </a:fld>
            <a:endParaRPr lang="en-US"/>
          </a:p>
        </p:txBody>
      </p:sp>
      <p:sp>
        <p:nvSpPr>
          <p:cNvPr id="2" name="Slide Image Placeholder 1">
            <a:extLst>
              <a:ext uri="{FF2B5EF4-FFF2-40B4-BE49-F238E27FC236}">
                <a16:creationId xmlns:a16="http://schemas.microsoft.com/office/drawing/2014/main" id="{D9937BCD-6998-DC84-ECFA-458C677719EB}"/>
              </a:ext>
            </a:extLst>
          </p:cNvPr>
          <p:cNvSpPr>
            <a:spLocks noGrp="1" noRot="1" noChangeAspect="1" noResize="1"/>
          </p:cNvSpPr>
          <p:nvPr>
            <p:ph type="sldImg"/>
          </p:nvPr>
        </p:nvSpPr>
        <p:spPr>
          <a:xfrm>
            <a:off x="1109663" y="801688"/>
            <a:ext cx="5340350" cy="400685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453CE709-4803-867C-1723-47FB128BA23B}"/>
              </a:ext>
            </a:extLst>
          </p:cNvPr>
          <p:cNvSpPr txBox="1">
            <a:spLocks noGrp="1"/>
          </p:cNvSpPr>
          <p:nvPr>
            <p:ph type="body" sz="quarter" idx="1"/>
          </p:nvPr>
        </p:nvSpPr>
        <p:spPr>
          <a:xfrm>
            <a:off x="756000" y="5078520"/>
            <a:ext cx="6046560" cy="4809600"/>
          </a:xfrm>
        </p:spPr>
        <p:txBody>
          <a:bodyPr vert="horz"/>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2AF6CC4-4E9D-CCE0-10E3-4946C52F30C4}"/>
              </a:ext>
            </a:extLst>
          </p:cNvPr>
          <p:cNvSpPr txBox="1">
            <a:spLocks noGrp="1"/>
          </p:cNvSpPr>
          <p:nvPr>
            <p:ph type="sldNum" sz="quarter" idx="5"/>
          </p:nvPr>
        </p:nvSpPr>
        <p:spPr>
          <a:ln/>
        </p:spPr>
        <p:txBody>
          <a:bodyPr vert="horz" lIns="0" tIns="0" rIns="0" bIns="0" anchor="b" anchorCtr="0">
            <a:noAutofit/>
          </a:bodyPr>
          <a:lstStyle/>
          <a:p>
            <a:pPr lvl="0"/>
            <a:fld id="{A3BED801-88C8-451B-AA80-21EDC8CCEB78}" type="slidenum">
              <a:t>22</a:t>
            </a:fld>
            <a:endParaRPr lang="en-US"/>
          </a:p>
        </p:txBody>
      </p:sp>
      <p:sp>
        <p:nvSpPr>
          <p:cNvPr id="2" name="Slide Image Placeholder 1">
            <a:extLst>
              <a:ext uri="{FF2B5EF4-FFF2-40B4-BE49-F238E27FC236}">
                <a16:creationId xmlns:a16="http://schemas.microsoft.com/office/drawing/2014/main" id="{09790AD9-6D02-4292-79DF-32A059A562A3}"/>
              </a:ext>
            </a:extLst>
          </p:cNvPr>
          <p:cNvSpPr>
            <a:spLocks noGrp="1" noRot="1" noChangeAspect="1" noResize="1"/>
          </p:cNvSpPr>
          <p:nvPr>
            <p:ph type="sldImg"/>
          </p:nvPr>
        </p:nvSpPr>
        <p:spPr>
          <a:xfrm>
            <a:off x="1109663" y="801688"/>
            <a:ext cx="5340350" cy="4006850"/>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6B528341-B4F6-3F93-A8A7-6BF451927A12}"/>
              </a:ext>
            </a:extLst>
          </p:cNvPr>
          <p:cNvSpPr txBox="1">
            <a:spLocks noGrp="1"/>
          </p:cNvSpPr>
          <p:nvPr>
            <p:ph type="body" sz="quarter" idx="1"/>
          </p:nvPr>
        </p:nvSpPr>
        <p:spPr>
          <a:xfrm>
            <a:off x="756000" y="5078520"/>
            <a:ext cx="6046560" cy="4809600"/>
          </a:xfrm>
        </p:spPr>
        <p:txBody>
          <a:bodyPr vert="horz"/>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141BD-47B1-C7CF-1869-C71116041C22}"/>
              </a:ext>
            </a:extLst>
          </p:cNvPr>
          <p:cNvSpPr>
            <a:spLocks noGrp="1"/>
          </p:cNvSpPr>
          <p:nvPr>
            <p:ph type="ctrTitle"/>
          </p:nvPr>
        </p:nvSpPr>
        <p:spPr>
          <a:xfrm>
            <a:off x="1260475" y="1236663"/>
            <a:ext cx="7559675" cy="2632075"/>
          </a:xfrm>
        </p:spPr>
        <p:txBody>
          <a:bodyPr anchor="b"/>
          <a:lstStyle>
            <a:lvl1pPr algn="ctr">
              <a:defRPr sz="6000"/>
            </a:lvl1pPr>
          </a:lstStyle>
          <a:p>
            <a:r>
              <a:rPr lang="en-GB"/>
              <a:t>Click to edit Master title style</a:t>
            </a:r>
            <a:endParaRPr lang="he-IL"/>
          </a:p>
        </p:txBody>
      </p:sp>
      <p:sp>
        <p:nvSpPr>
          <p:cNvPr id="3" name="Subtitle 2">
            <a:extLst>
              <a:ext uri="{FF2B5EF4-FFF2-40B4-BE49-F238E27FC236}">
                <a16:creationId xmlns:a16="http://schemas.microsoft.com/office/drawing/2014/main" id="{F1585F5D-B10A-AF86-5E7D-71747E78F184}"/>
              </a:ext>
            </a:extLst>
          </p:cNvPr>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he-IL"/>
          </a:p>
        </p:txBody>
      </p:sp>
      <p:sp>
        <p:nvSpPr>
          <p:cNvPr id="4" name="Date Placeholder 3">
            <a:extLst>
              <a:ext uri="{FF2B5EF4-FFF2-40B4-BE49-F238E27FC236}">
                <a16:creationId xmlns:a16="http://schemas.microsoft.com/office/drawing/2014/main" id="{F47C8C02-BE14-FDC4-B7A2-B8484D79786F}"/>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55A2D1EA-15CA-DF72-58FD-102A69083802}"/>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4AB00A4F-9498-931F-44D4-960D49E5D6DA}"/>
              </a:ext>
            </a:extLst>
          </p:cNvPr>
          <p:cNvSpPr>
            <a:spLocks noGrp="1"/>
          </p:cNvSpPr>
          <p:nvPr>
            <p:ph type="sldNum" sz="quarter" idx="12"/>
          </p:nvPr>
        </p:nvSpPr>
        <p:spPr/>
        <p:txBody>
          <a:bodyPr/>
          <a:lstStyle/>
          <a:p>
            <a:pPr lvl="0"/>
            <a:fld id="{5DD3CEAC-9966-4E76-8C17-6EF69ABA5092}" type="slidenum">
              <a:t>‹#›</a:t>
            </a:fld>
            <a:endParaRPr lang="en-US"/>
          </a:p>
        </p:txBody>
      </p:sp>
    </p:spTree>
    <p:extLst>
      <p:ext uri="{BB962C8B-B14F-4D97-AF65-F5344CB8AC3E}">
        <p14:creationId xmlns:p14="http://schemas.microsoft.com/office/powerpoint/2010/main" val="3575799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D6CA9-2542-1240-E6E3-6B21B8A6D92D}"/>
              </a:ext>
            </a:extLst>
          </p:cNvPr>
          <p:cNvSpPr>
            <a:spLocks noGrp="1"/>
          </p:cNvSpPr>
          <p:nvPr>
            <p:ph type="title"/>
          </p:nvPr>
        </p:nvSpPr>
        <p:spPr/>
        <p:txBody>
          <a:bodyPr/>
          <a:lstStyle/>
          <a:p>
            <a:r>
              <a:rPr lang="en-GB"/>
              <a:t>Click to edit Master title style</a:t>
            </a:r>
            <a:endParaRPr lang="he-IL"/>
          </a:p>
        </p:txBody>
      </p:sp>
      <p:sp>
        <p:nvSpPr>
          <p:cNvPr id="3" name="Content Placeholder 2">
            <a:extLst>
              <a:ext uri="{FF2B5EF4-FFF2-40B4-BE49-F238E27FC236}">
                <a16:creationId xmlns:a16="http://schemas.microsoft.com/office/drawing/2014/main" id="{E219AEBA-9306-05DB-2211-D26D360049B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4" name="Date Placeholder 3">
            <a:extLst>
              <a:ext uri="{FF2B5EF4-FFF2-40B4-BE49-F238E27FC236}">
                <a16:creationId xmlns:a16="http://schemas.microsoft.com/office/drawing/2014/main" id="{362B0715-1CF4-A92F-46C7-9F7149C1ADE6}"/>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FEDC2B24-3E64-35CE-B8B0-BE9330D1D704}"/>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02A88E49-6362-51B4-F618-D9C2D3135E41}"/>
              </a:ext>
            </a:extLst>
          </p:cNvPr>
          <p:cNvSpPr>
            <a:spLocks noGrp="1"/>
          </p:cNvSpPr>
          <p:nvPr>
            <p:ph type="sldNum" sz="quarter" idx="12"/>
          </p:nvPr>
        </p:nvSpPr>
        <p:spPr/>
        <p:txBody>
          <a:bodyPr/>
          <a:lstStyle/>
          <a:p>
            <a:pPr lvl="0"/>
            <a:fld id="{8ACE6432-6544-42FC-B3A4-AE632DBE8B5B}" type="slidenum">
              <a:t>‹#›</a:t>
            </a:fld>
            <a:endParaRPr lang="en-US"/>
          </a:p>
        </p:txBody>
      </p:sp>
    </p:spTree>
    <p:extLst>
      <p:ext uri="{BB962C8B-B14F-4D97-AF65-F5344CB8AC3E}">
        <p14:creationId xmlns:p14="http://schemas.microsoft.com/office/powerpoint/2010/main" val="795272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3C7A0-FB71-E748-A8B1-28610FF513ED}"/>
              </a:ext>
            </a:extLst>
          </p:cNvPr>
          <p:cNvSpPr>
            <a:spLocks noGrp="1"/>
          </p:cNvSpPr>
          <p:nvPr>
            <p:ph type="title"/>
          </p:nvPr>
        </p:nvSpPr>
        <p:spPr>
          <a:xfrm>
            <a:off x="687388" y="1884363"/>
            <a:ext cx="8694737" cy="3144837"/>
          </a:xfrm>
        </p:spPr>
        <p:txBody>
          <a:bodyPr anchor="b"/>
          <a:lstStyle>
            <a:lvl1pPr>
              <a:defRPr sz="6000"/>
            </a:lvl1pPr>
          </a:lstStyle>
          <a:p>
            <a:r>
              <a:rPr lang="en-GB"/>
              <a:t>Click to edit Master title style</a:t>
            </a:r>
            <a:endParaRPr lang="he-IL"/>
          </a:p>
        </p:txBody>
      </p:sp>
      <p:sp>
        <p:nvSpPr>
          <p:cNvPr id="3" name="Text Placeholder 2">
            <a:extLst>
              <a:ext uri="{FF2B5EF4-FFF2-40B4-BE49-F238E27FC236}">
                <a16:creationId xmlns:a16="http://schemas.microsoft.com/office/drawing/2014/main" id="{20887405-6058-39A0-44A3-D6FDE9F011BF}"/>
              </a:ext>
            </a:extLst>
          </p:cNvPr>
          <p:cNvSpPr>
            <a:spLocks noGrp="1"/>
          </p:cNvSpPr>
          <p:nvPr>
            <p:ph type="body" idx="1"/>
          </p:nvPr>
        </p:nvSpPr>
        <p:spPr>
          <a:xfrm>
            <a:off x="687388" y="5059363"/>
            <a:ext cx="8694737" cy="16525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B35184F-2A68-65E5-AA82-5E8371F24157}"/>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97BACEC5-559D-0A4C-DF05-92303BC3E679}"/>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CDD90CA8-0D5E-5370-53B9-196BD6BDD420}"/>
              </a:ext>
            </a:extLst>
          </p:cNvPr>
          <p:cNvSpPr>
            <a:spLocks noGrp="1"/>
          </p:cNvSpPr>
          <p:nvPr>
            <p:ph type="sldNum" sz="quarter" idx="12"/>
          </p:nvPr>
        </p:nvSpPr>
        <p:spPr/>
        <p:txBody>
          <a:bodyPr/>
          <a:lstStyle/>
          <a:p>
            <a:pPr lvl="0"/>
            <a:fld id="{31DCB1C6-42D8-47F0-8E89-7FC99F06B8EB}" type="slidenum">
              <a:t>‹#›</a:t>
            </a:fld>
            <a:endParaRPr lang="en-US"/>
          </a:p>
        </p:txBody>
      </p:sp>
    </p:spTree>
    <p:extLst>
      <p:ext uri="{BB962C8B-B14F-4D97-AF65-F5344CB8AC3E}">
        <p14:creationId xmlns:p14="http://schemas.microsoft.com/office/powerpoint/2010/main" val="3774632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0CCD2-81AC-9518-F56D-5CF969E67257}"/>
              </a:ext>
            </a:extLst>
          </p:cNvPr>
          <p:cNvSpPr>
            <a:spLocks noGrp="1"/>
          </p:cNvSpPr>
          <p:nvPr>
            <p:ph type="title"/>
          </p:nvPr>
        </p:nvSpPr>
        <p:spPr/>
        <p:txBody>
          <a:bodyPr/>
          <a:lstStyle/>
          <a:p>
            <a:r>
              <a:rPr lang="en-GB"/>
              <a:t>Click to edit Master title style</a:t>
            </a:r>
            <a:endParaRPr lang="he-IL"/>
          </a:p>
        </p:txBody>
      </p:sp>
      <p:sp>
        <p:nvSpPr>
          <p:cNvPr id="3" name="Content Placeholder 2">
            <a:extLst>
              <a:ext uri="{FF2B5EF4-FFF2-40B4-BE49-F238E27FC236}">
                <a16:creationId xmlns:a16="http://schemas.microsoft.com/office/drawing/2014/main" id="{69A190A2-4279-1AD6-18AC-742A3EE5DA6B}"/>
              </a:ext>
            </a:extLst>
          </p:cNvPr>
          <p:cNvSpPr>
            <a:spLocks noGrp="1"/>
          </p:cNvSpPr>
          <p:nvPr>
            <p:ph sz="half" idx="1"/>
          </p:nvPr>
        </p:nvSpPr>
        <p:spPr>
          <a:xfrm>
            <a:off x="503238" y="1768475"/>
            <a:ext cx="4459287" cy="43846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4" name="Content Placeholder 3">
            <a:extLst>
              <a:ext uri="{FF2B5EF4-FFF2-40B4-BE49-F238E27FC236}">
                <a16:creationId xmlns:a16="http://schemas.microsoft.com/office/drawing/2014/main" id="{3B4A9913-6B28-C1F1-80EC-843AAA270E47}"/>
              </a:ext>
            </a:extLst>
          </p:cNvPr>
          <p:cNvSpPr>
            <a:spLocks noGrp="1"/>
          </p:cNvSpPr>
          <p:nvPr>
            <p:ph sz="half" idx="2"/>
          </p:nvPr>
        </p:nvSpPr>
        <p:spPr>
          <a:xfrm>
            <a:off x="5114925" y="1768475"/>
            <a:ext cx="4460875" cy="43846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5" name="Date Placeholder 4">
            <a:extLst>
              <a:ext uri="{FF2B5EF4-FFF2-40B4-BE49-F238E27FC236}">
                <a16:creationId xmlns:a16="http://schemas.microsoft.com/office/drawing/2014/main" id="{6F2E080A-FAD1-8D5B-B933-5754380DECC9}"/>
              </a:ext>
            </a:extLst>
          </p:cNvPr>
          <p:cNvSpPr>
            <a:spLocks noGrp="1"/>
          </p:cNvSpPr>
          <p:nvPr>
            <p:ph type="dt" sz="half" idx="10"/>
          </p:nvPr>
        </p:nvSpPr>
        <p:spPr/>
        <p:txBody>
          <a:bodyPr/>
          <a:lstStyle/>
          <a:p>
            <a:pPr lvl="0"/>
            <a:endParaRPr lang="en-US"/>
          </a:p>
        </p:txBody>
      </p:sp>
      <p:sp>
        <p:nvSpPr>
          <p:cNvPr id="6" name="Footer Placeholder 5">
            <a:extLst>
              <a:ext uri="{FF2B5EF4-FFF2-40B4-BE49-F238E27FC236}">
                <a16:creationId xmlns:a16="http://schemas.microsoft.com/office/drawing/2014/main" id="{155C0F7F-FCF2-1AB9-3AC6-D2302816D690}"/>
              </a:ext>
            </a:extLst>
          </p:cNvPr>
          <p:cNvSpPr>
            <a:spLocks noGrp="1"/>
          </p:cNvSpPr>
          <p:nvPr>
            <p:ph type="ftr" sz="quarter" idx="11"/>
          </p:nvPr>
        </p:nvSpPr>
        <p:spPr/>
        <p:txBody>
          <a:bodyPr/>
          <a:lstStyle/>
          <a:p>
            <a:pPr lvl="0"/>
            <a:endParaRPr lang="en-US"/>
          </a:p>
        </p:txBody>
      </p:sp>
      <p:sp>
        <p:nvSpPr>
          <p:cNvPr id="7" name="Slide Number Placeholder 6">
            <a:extLst>
              <a:ext uri="{FF2B5EF4-FFF2-40B4-BE49-F238E27FC236}">
                <a16:creationId xmlns:a16="http://schemas.microsoft.com/office/drawing/2014/main" id="{B9A06EDE-7DE9-924D-D9E4-5E0778391D74}"/>
              </a:ext>
            </a:extLst>
          </p:cNvPr>
          <p:cNvSpPr>
            <a:spLocks noGrp="1"/>
          </p:cNvSpPr>
          <p:nvPr>
            <p:ph type="sldNum" sz="quarter" idx="12"/>
          </p:nvPr>
        </p:nvSpPr>
        <p:spPr/>
        <p:txBody>
          <a:bodyPr/>
          <a:lstStyle/>
          <a:p>
            <a:pPr lvl="0"/>
            <a:fld id="{EE13565F-654E-4740-9C8F-B3E04B759F0B}" type="slidenum">
              <a:t>‹#›</a:t>
            </a:fld>
            <a:endParaRPr lang="en-US"/>
          </a:p>
        </p:txBody>
      </p:sp>
    </p:spTree>
    <p:extLst>
      <p:ext uri="{BB962C8B-B14F-4D97-AF65-F5344CB8AC3E}">
        <p14:creationId xmlns:p14="http://schemas.microsoft.com/office/powerpoint/2010/main" val="2768125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81B35-0A28-F3B0-571E-576BAF25109F}"/>
              </a:ext>
            </a:extLst>
          </p:cNvPr>
          <p:cNvSpPr>
            <a:spLocks noGrp="1"/>
          </p:cNvSpPr>
          <p:nvPr>
            <p:ph type="title"/>
          </p:nvPr>
        </p:nvSpPr>
        <p:spPr>
          <a:xfrm>
            <a:off x="693738" y="403225"/>
            <a:ext cx="8694737" cy="1460500"/>
          </a:xfrm>
        </p:spPr>
        <p:txBody>
          <a:bodyPr/>
          <a:lstStyle/>
          <a:p>
            <a:r>
              <a:rPr lang="en-GB"/>
              <a:t>Click to edit Master title style</a:t>
            </a:r>
            <a:endParaRPr lang="he-IL"/>
          </a:p>
        </p:txBody>
      </p:sp>
      <p:sp>
        <p:nvSpPr>
          <p:cNvPr id="3" name="Text Placeholder 2">
            <a:extLst>
              <a:ext uri="{FF2B5EF4-FFF2-40B4-BE49-F238E27FC236}">
                <a16:creationId xmlns:a16="http://schemas.microsoft.com/office/drawing/2014/main" id="{86234D88-058F-D288-87E1-7A02B3B153E5}"/>
              </a:ext>
            </a:extLst>
          </p:cNvPr>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41BC5E6-347A-41B6-5106-1CEFF0B0A352}"/>
              </a:ext>
            </a:extLst>
          </p:cNvPr>
          <p:cNvSpPr>
            <a:spLocks noGrp="1"/>
          </p:cNvSpPr>
          <p:nvPr>
            <p:ph sz="half" idx="2"/>
          </p:nvPr>
        </p:nvSpPr>
        <p:spPr>
          <a:xfrm>
            <a:off x="693738" y="2760663"/>
            <a:ext cx="4265612" cy="40624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5" name="Text Placeholder 4">
            <a:extLst>
              <a:ext uri="{FF2B5EF4-FFF2-40B4-BE49-F238E27FC236}">
                <a16:creationId xmlns:a16="http://schemas.microsoft.com/office/drawing/2014/main" id="{0E851556-FA7F-C1E6-5D9D-B979C964F1BB}"/>
              </a:ext>
            </a:extLst>
          </p:cNvPr>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4B3D599-5170-5130-7A50-89CC73FB6A10}"/>
              </a:ext>
            </a:extLst>
          </p:cNvPr>
          <p:cNvSpPr>
            <a:spLocks noGrp="1"/>
          </p:cNvSpPr>
          <p:nvPr>
            <p:ph sz="quarter" idx="4"/>
          </p:nvPr>
        </p:nvSpPr>
        <p:spPr>
          <a:xfrm>
            <a:off x="5103813" y="2760663"/>
            <a:ext cx="4284662" cy="40624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7" name="Date Placeholder 6">
            <a:extLst>
              <a:ext uri="{FF2B5EF4-FFF2-40B4-BE49-F238E27FC236}">
                <a16:creationId xmlns:a16="http://schemas.microsoft.com/office/drawing/2014/main" id="{22757949-373F-3D74-7BC2-1EEB41839CAE}"/>
              </a:ext>
            </a:extLst>
          </p:cNvPr>
          <p:cNvSpPr>
            <a:spLocks noGrp="1"/>
          </p:cNvSpPr>
          <p:nvPr>
            <p:ph type="dt" sz="half" idx="10"/>
          </p:nvPr>
        </p:nvSpPr>
        <p:spPr/>
        <p:txBody>
          <a:bodyPr/>
          <a:lstStyle/>
          <a:p>
            <a:pPr lvl="0"/>
            <a:endParaRPr lang="en-US"/>
          </a:p>
        </p:txBody>
      </p:sp>
      <p:sp>
        <p:nvSpPr>
          <p:cNvPr id="8" name="Footer Placeholder 7">
            <a:extLst>
              <a:ext uri="{FF2B5EF4-FFF2-40B4-BE49-F238E27FC236}">
                <a16:creationId xmlns:a16="http://schemas.microsoft.com/office/drawing/2014/main" id="{1A86949F-06ED-8627-D83C-9BB05DD62145}"/>
              </a:ext>
            </a:extLst>
          </p:cNvPr>
          <p:cNvSpPr>
            <a:spLocks noGrp="1"/>
          </p:cNvSpPr>
          <p:nvPr>
            <p:ph type="ftr" sz="quarter" idx="11"/>
          </p:nvPr>
        </p:nvSpPr>
        <p:spPr/>
        <p:txBody>
          <a:bodyPr/>
          <a:lstStyle/>
          <a:p>
            <a:pPr lvl="0"/>
            <a:endParaRPr lang="en-US"/>
          </a:p>
        </p:txBody>
      </p:sp>
      <p:sp>
        <p:nvSpPr>
          <p:cNvPr id="9" name="Slide Number Placeholder 8">
            <a:extLst>
              <a:ext uri="{FF2B5EF4-FFF2-40B4-BE49-F238E27FC236}">
                <a16:creationId xmlns:a16="http://schemas.microsoft.com/office/drawing/2014/main" id="{6703AD08-2BE5-55DE-E93E-146587CE93C3}"/>
              </a:ext>
            </a:extLst>
          </p:cNvPr>
          <p:cNvSpPr>
            <a:spLocks noGrp="1"/>
          </p:cNvSpPr>
          <p:nvPr>
            <p:ph type="sldNum" sz="quarter" idx="12"/>
          </p:nvPr>
        </p:nvSpPr>
        <p:spPr/>
        <p:txBody>
          <a:bodyPr/>
          <a:lstStyle/>
          <a:p>
            <a:pPr lvl="0"/>
            <a:fld id="{E0EE3613-11BA-4B4A-A696-8CE65DE179E0}" type="slidenum">
              <a:t>‹#›</a:t>
            </a:fld>
            <a:endParaRPr lang="en-US"/>
          </a:p>
        </p:txBody>
      </p:sp>
    </p:spTree>
    <p:extLst>
      <p:ext uri="{BB962C8B-B14F-4D97-AF65-F5344CB8AC3E}">
        <p14:creationId xmlns:p14="http://schemas.microsoft.com/office/powerpoint/2010/main" val="3502323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AFBF4-B170-E94F-2693-E68BB79DEE6E}"/>
              </a:ext>
            </a:extLst>
          </p:cNvPr>
          <p:cNvSpPr>
            <a:spLocks noGrp="1"/>
          </p:cNvSpPr>
          <p:nvPr>
            <p:ph type="title"/>
          </p:nvPr>
        </p:nvSpPr>
        <p:spPr/>
        <p:txBody>
          <a:bodyPr/>
          <a:lstStyle/>
          <a:p>
            <a:r>
              <a:rPr lang="en-GB"/>
              <a:t>Click to edit Master title style</a:t>
            </a:r>
            <a:endParaRPr lang="he-IL"/>
          </a:p>
        </p:txBody>
      </p:sp>
      <p:sp>
        <p:nvSpPr>
          <p:cNvPr id="3" name="Date Placeholder 2">
            <a:extLst>
              <a:ext uri="{FF2B5EF4-FFF2-40B4-BE49-F238E27FC236}">
                <a16:creationId xmlns:a16="http://schemas.microsoft.com/office/drawing/2014/main" id="{01B2151E-DBD1-D62F-C1CD-542B88F51C73}"/>
              </a:ext>
            </a:extLst>
          </p:cNvPr>
          <p:cNvSpPr>
            <a:spLocks noGrp="1"/>
          </p:cNvSpPr>
          <p:nvPr>
            <p:ph type="dt" sz="half" idx="10"/>
          </p:nvPr>
        </p:nvSpPr>
        <p:spPr/>
        <p:txBody>
          <a:bodyPr/>
          <a:lstStyle/>
          <a:p>
            <a:pPr lvl="0"/>
            <a:endParaRPr lang="en-US"/>
          </a:p>
        </p:txBody>
      </p:sp>
      <p:sp>
        <p:nvSpPr>
          <p:cNvPr id="4" name="Footer Placeholder 3">
            <a:extLst>
              <a:ext uri="{FF2B5EF4-FFF2-40B4-BE49-F238E27FC236}">
                <a16:creationId xmlns:a16="http://schemas.microsoft.com/office/drawing/2014/main" id="{AA6E4234-6C33-5F3D-26D8-E5472D769AA5}"/>
              </a:ext>
            </a:extLst>
          </p:cNvPr>
          <p:cNvSpPr>
            <a:spLocks noGrp="1"/>
          </p:cNvSpPr>
          <p:nvPr>
            <p:ph type="ftr" sz="quarter" idx="11"/>
          </p:nvPr>
        </p:nvSpPr>
        <p:spPr/>
        <p:txBody>
          <a:bodyPr/>
          <a:lstStyle/>
          <a:p>
            <a:pPr lvl="0"/>
            <a:endParaRPr lang="en-US"/>
          </a:p>
        </p:txBody>
      </p:sp>
      <p:sp>
        <p:nvSpPr>
          <p:cNvPr id="5" name="Slide Number Placeholder 4">
            <a:extLst>
              <a:ext uri="{FF2B5EF4-FFF2-40B4-BE49-F238E27FC236}">
                <a16:creationId xmlns:a16="http://schemas.microsoft.com/office/drawing/2014/main" id="{3BA66635-89E0-B7EC-A305-337D142A7FEF}"/>
              </a:ext>
            </a:extLst>
          </p:cNvPr>
          <p:cNvSpPr>
            <a:spLocks noGrp="1"/>
          </p:cNvSpPr>
          <p:nvPr>
            <p:ph type="sldNum" sz="quarter" idx="12"/>
          </p:nvPr>
        </p:nvSpPr>
        <p:spPr/>
        <p:txBody>
          <a:bodyPr/>
          <a:lstStyle/>
          <a:p>
            <a:pPr lvl="0"/>
            <a:fld id="{4C412205-5CD6-46F1-98EE-A755BF8C3207}" type="slidenum">
              <a:t>‹#›</a:t>
            </a:fld>
            <a:endParaRPr lang="en-US"/>
          </a:p>
        </p:txBody>
      </p:sp>
    </p:spTree>
    <p:extLst>
      <p:ext uri="{BB962C8B-B14F-4D97-AF65-F5344CB8AC3E}">
        <p14:creationId xmlns:p14="http://schemas.microsoft.com/office/powerpoint/2010/main" val="4157395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8E2BC2-A7F4-0380-8810-87343A7BBA8A}"/>
              </a:ext>
            </a:extLst>
          </p:cNvPr>
          <p:cNvSpPr>
            <a:spLocks noGrp="1"/>
          </p:cNvSpPr>
          <p:nvPr>
            <p:ph type="dt" sz="half" idx="10"/>
          </p:nvPr>
        </p:nvSpPr>
        <p:spPr/>
        <p:txBody>
          <a:bodyPr/>
          <a:lstStyle/>
          <a:p>
            <a:pPr lvl="0"/>
            <a:endParaRPr lang="en-US"/>
          </a:p>
        </p:txBody>
      </p:sp>
      <p:sp>
        <p:nvSpPr>
          <p:cNvPr id="3" name="Footer Placeholder 2">
            <a:extLst>
              <a:ext uri="{FF2B5EF4-FFF2-40B4-BE49-F238E27FC236}">
                <a16:creationId xmlns:a16="http://schemas.microsoft.com/office/drawing/2014/main" id="{4CD4D7A1-4F47-B553-6921-B66F96EFE1ED}"/>
              </a:ext>
            </a:extLst>
          </p:cNvPr>
          <p:cNvSpPr>
            <a:spLocks noGrp="1"/>
          </p:cNvSpPr>
          <p:nvPr>
            <p:ph type="ftr" sz="quarter" idx="11"/>
          </p:nvPr>
        </p:nvSpPr>
        <p:spPr/>
        <p:txBody>
          <a:bodyPr/>
          <a:lstStyle/>
          <a:p>
            <a:pPr lvl="0"/>
            <a:endParaRPr lang="en-US"/>
          </a:p>
        </p:txBody>
      </p:sp>
      <p:sp>
        <p:nvSpPr>
          <p:cNvPr id="4" name="Slide Number Placeholder 3">
            <a:extLst>
              <a:ext uri="{FF2B5EF4-FFF2-40B4-BE49-F238E27FC236}">
                <a16:creationId xmlns:a16="http://schemas.microsoft.com/office/drawing/2014/main" id="{8A6BAC7B-A37B-B2F6-85AD-23D0E76B0636}"/>
              </a:ext>
            </a:extLst>
          </p:cNvPr>
          <p:cNvSpPr>
            <a:spLocks noGrp="1"/>
          </p:cNvSpPr>
          <p:nvPr>
            <p:ph type="sldNum" sz="quarter" idx="12"/>
          </p:nvPr>
        </p:nvSpPr>
        <p:spPr/>
        <p:txBody>
          <a:bodyPr/>
          <a:lstStyle/>
          <a:p>
            <a:pPr lvl="0"/>
            <a:fld id="{C1121455-0890-4FEA-8A5C-81657CD1D37E}" type="slidenum">
              <a:t>‹#›</a:t>
            </a:fld>
            <a:endParaRPr lang="en-US"/>
          </a:p>
        </p:txBody>
      </p:sp>
    </p:spTree>
    <p:extLst>
      <p:ext uri="{BB962C8B-B14F-4D97-AF65-F5344CB8AC3E}">
        <p14:creationId xmlns:p14="http://schemas.microsoft.com/office/powerpoint/2010/main" val="148962390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3CDDD-49AD-80E2-550F-75CF520513C4}"/>
              </a:ext>
            </a:extLst>
          </p:cNvPr>
          <p:cNvSpPr>
            <a:spLocks noGrp="1"/>
          </p:cNvSpPr>
          <p:nvPr>
            <p:ph type="title"/>
          </p:nvPr>
        </p:nvSpPr>
        <p:spPr>
          <a:xfrm>
            <a:off x="693738" y="503238"/>
            <a:ext cx="3251200" cy="1765300"/>
          </a:xfrm>
        </p:spPr>
        <p:txBody>
          <a:bodyPr anchor="b"/>
          <a:lstStyle>
            <a:lvl1pPr>
              <a:defRPr sz="3200"/>
            </a:lvl1pPr>
          </a:lstStyle>
          <a:p>
            <a:r>
              <a:rPr lang="en-GB"/>
              <a:t>Click to edit Master title style</a:t>
            </a:r>
            <a:endParaRPr lang="he-IL"/>
          </a:p>
        </p:txBody>
      </p:sp>
      <p:sp>
        <p:nvSpPr>
          <p:cNvPr id="3" name="Content Placeholder 2">
            <a:extLst>
              <a:ext uri="{FF2B5EF4-FFF2-40B4-BE49-F238E27FC236}">
                <a16:creationId xmlns:a16="http://schemas.microsoft.com/office/drawing/2014/main" id="{6D50A1D2-EF9C-C1E0-D4DD-A2DBB6FF366F}"/>
              </a:ext>
            </a:extLst>
          </p:cNvPr>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4" name="Text Placeholder 3">
            <a:extLst>
              <a:ext uri="{FF2B5EF4-FFF2-40B4-BE49-F238E27FC236}">
                <a16:creationId xmlns:a16="http://schemas.microsoft.com/office/drawing/2014/main" id="{BE8553B0-7D49-3E56-A293-CAA2AE465E07}"/>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6A821AC-BEB5-7CF7-B62A-AC21489EF479}"/>
              </a:ext>
            </a:extLst>
          </p:cNvPr>
          <p:cNvSpPr>
            <a:spLocks noGrp="1"/>
          </p:cNvSpPr>
          <p:nvPr>
            <p:ph type="dt" sz="half" idx="10"/>
          </p:nvPr>
        </p:nvSpPr>
        <p:spPr/>
        <p:txBody>
          <a:bodyPr/>
          <a:lstStyle/>
          <a:p>
            <a:pPr lvl="0"/>
            <a:endParaRPr lang="en-US"/>
          </a:p>
        </p:txBody>
      </p:sp>
      <p:sp>
        <p:nvSpPr>
          <p:cNvPr id="6" name="Footer Placeholder 5">
            <a:extLst>
              <a:ext uri="{FF2B5EF4-FFF2-40B4-BE49-F238E27FC236}">
                <a16:creationId xmlns:a16="http://schemas.microsoft.com/office/drawing/2014/main" id="{D0BF3CAE-AA15-D0AC-4AE2-359F8F19A656}"/>
              </a:ext>
            </a:extLst>
          </p:cNvPr>
          <p:cNvSpPr>
            <a:spLocks noGrp="1"/>
          </p:cNvSpPr>
          <p:nvPr>
            <p:ph type="ftr" sz="quarter" idx="11"/>
          </p:nvPr>
        </p:nvSpPr>
        <p:spPr/>
        <p:txBody>
          <a:bodyPr/>
          <a:lstStyle/>
          <a:p>
            <a:pPr lvl="0"/>
            <a:endParaRPr lang="en-US"/>
          </a:p>
        </p:txBody>
      </p:sp>
      <p:sp>
        <p:nvSpPr>
          <p:cNvPr id="7" name="Slide Number Placeholder 6">
            <a:extLst>
              <a:ext uri="{FF2B5EF4-FFF2-40B4-BE49-F238E27FC236}">
                <a16:creationId xmlns:a16="http://schemas.microsoft.com/office/drawing/2014/main" id="{EEBD94C2-66E2-5DE1-AB47-A7264F5D03D5}"/>
              </a:ext>
            </a:extLst>
          </p:cNvPr>
          <p:cNvSpPr>
            <a:spLocks noGrp="1"/>
          </p:cNvSpPr>
          <p:nvPr>
            <p:ph type="sldNum" sz="quarter" idx="12"/>
          </p:nvPr>
        </p:nvSpPr>
        <p:spPr/>
        <p:txBody>
          <a:bodyPr/>
          <a:lstStyle/>
          <a:p>
            <a:pPr lvl="0"/>
            <a:fld id="{8B3591BE-8838-45A8-83CA-E56831903D26}" type="slidenum">
              <a:t>‹#›</a:t>
            </a:fld>
            <a:endParaRPr lang="en-US"/>
          </a:p>
        </p:txBody>
      </p:sp>
    </p:spTree>
    <p:extLst>
      <p:ext uri="{BB962C8B-B14F-4D97-AF65-F5344CB8AC3E}">
        <p14:creationId xmlns:p14="http://schemas.microsoft.com/office/powerpoint/2010/main" val="3911056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72697-859E-4C42-DBB5-32C45604FBF5}"/>
              </a:ext>
            </a:extLst>
          </p:cNvPr>
          <p:cNvSpPr>
            <a:spLocks noGrp="1"/>
          </p:cNvSpPr>
          <p:nvPr>
            <p:ph type="title"/>
          </p:nvPr>
        </p:nvSpPr>
        <p:spPr>
          <a:xfrm>
            <a:off x="693738" y="503238"/>
            <a:ext cx="3251200" cy="1765300"/>
          </a:xfrm>
        </p:spPr>
        <p:txBody>
          <a:bodyPr anchor="b"/>
          <a:lstStyle>
            <a:lvl1pPr>
              <a:defRPr sz="3200"/>
            </a:lvl1pPr>
          </a:lstStyle>
          <a:p>
            <a:r>
              <a:rPr lang="en-GB"/>
              <a:t>Click to edit Master title style</a:t>
            </a:r>
            <a:endParaRPr lang="he-IL"/>
          </a:p>
        </p:txBody>
      </p:sp>
      <p:sp>
        <p:nvSpPr>
          <p:cNvPr id="3" name="Picture Placeholder 2">
            <a:extLst>
              <a:ext uri="{FF2B5EF4-FFF2-40B4-BE49-F238E27FC236}">
                <a16:creationId xmlns:a16="http://schemas.microsoft.com/office/drawing/2014/main" id="{ADC67CAA-51F4-D12C-6F0E-5EDBBB5A7CC9}"/>
              </a:ext>
            </a:extLst>
          </p:cNvPr>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9DD56833-8542-A47D-B68C-8050A098E23B}"/>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4F49706-F38A-7A36-D9BD-2B34FAB76D01}"/>
              </a:ext>
            </a:extLst>
          </p:cNvPr>
          <p:cNvSpPr>
            <a:spLocks noGrp="1"/>
          </p:cNvSpPr>
          <p:nvPr>
            <p:ph type="dt" sz="half" idx="10"/>
          </p:nvPr>
        </p:nvSpPr>
        <p:spPr/>
        <p:txBody>
          <a:bodyPr/>
          <a:lstStyle/>
          <a:p>
            <a:pPr lvl="0"/>
            <a:endParaRPr lang="en-US"/>
          </a:p>
        </p:txBody>
      </p:sp>
      <p:sp>
        <p:nvSpPr>
          <p:cNvPr id="6" name="Footer Placeholder 5">
            <a:extLst>
              <a:ext uri="{FF2B5EF4-FFF2-40B4-BE49-F238E27FC236}">
                <a16:creationId xmlns:a16="http://schemas.microsoft.com/office/drawing/2014/main" id="{A08F6B41-5210-6495-E90A-73B4C921732F}"/>
              </a:ext>
            </a:extLst>
          </p:cNvPr>
          <p:cNvSpPr>
            <a:spLocks noGrp="1"/>
          </p:cNvSpPr>
          <p:nvPr>
            <p:ph type="ftr" sz="quarter" idx="11"/>
          </p:nvPr>
        </p:nvSpPr>
        <p:spPr/>
        <p:txBody>
          <a:bodyPr/>
          <a:lstStyle/>
          <a:p>
            <a:pPr lvl="0"/>
            <a:endParaRPr lang="en-US"/>
          </a:p>
        </p:txBody>
      </p:sp>
      <p:sp>
        <p:nvSpPr>
          <p:cNvPr id="7" name="Slide Number Placeholder 6">
            <a:extLst>
              <a:ext uri="{FF2B5EF4-FFF2-40B4-BE49-F238E27FC236}">
                <a16:creationId xmlns:a16="http://schemas.microsoft.com/office/drawing/2014/main" id="{C97E95C9-4401-2195-5B7C-4E514CBF8ADE}"/>
              </a:ext>
            </a:extLst>
          </p:cNvPr>
          <p:cNvSpPr>
            <a:spLocks noGrp="1"/>
          </p:cNvSpPr>
          <p:nvPr>
            <p:ph type="sldNum" sz="quarter" idx="12"/>
          </p:nvPr>
        </p:nvSpPr>
        <p:spPr/>
        <p:txBody>
          <a:bodyPr/>
          <a:lstStyle/>
          <a:p>
            <a:pPr lvl="0"/>
            <a:fld id="{CB4B896B-2035-4040-AD9B-D293F9B4622E}" type="slidenum">
              <a:t>‹#›</a:t>
            </a:fld>
            <a:endParaRPr lang="en-US"/>
          </a:p>
        </p:txBody>
      </p:sp>
    </p:spTree>
    <p:extLst>
      <p:ext uri="{BB962C8B-B14F-4D97-AF65-F5344CB8AC3E}">
        <p14:creationId xmlns:p14="http://schemas.microsoft.com/office/powerpoint/2010/main" val="2075650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E1E7A-B9EB-E08A-99CA-58542CC77B97}"/>
              </a:ext>
            </a:extLst>
          </p:cNvPr>
          <p:cNvSpPr>
            <a:spLocks noGrp="1"/>
          </p:cNvSpPr>
          <p:nvPr>
            <p:ph type="title"/>
          </p:nvPr>
        </p:nvSpPr>
        <p:spPr/>
        <p:txBody>
          <a:bodyPr/>
          <a:lstStyle/>
          <a:p>
            <a:r>
              <a:rPr lang="en-GB"/>
              <a:t>Click to edit Master title style</a:t>
            </a:r>
            <a:endParaRPr lang="he-IL"/>
          </a:p>
        </p:txBody>
      </p:sp>
      <p:sp>
        <p:nvSpPr>
          <p:cNvPr id="3" name="Vertical Text Placeholder 2">
            <a:extLst>
              <a:ext uri="{FF2B5EF4-FFF2-40B4-BE49-F238E27FC236}">
                <a16:creationId xmlns:a16="http://schemas.microsoft.com/office/drawing/2014/main" id="{DFEE2C24-DC99-B1A4-0874-1D26B71767A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4" name="Date Placeholder 3">
            <a:extLst>
              <a:ext uri="{FF2B5EF4-FFF2-40B4-BE49-F238E27FC236}">
                <a16:creationId xmlns:a16="http://schemas.microsoft.com/office/drawing/2014/main" id="{6F96963A-4F56-E3AC-074C-25940216DEFF}"/>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4D25C1EC-A3D1-0B62-AE0C-44BB5650EC50}"/>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2C442BE1-09C9-1157-82E3-30CFF4F7D9EE}"/>
              </a:ext>
            </a:extLst>
          </p:cNvPr>
          <p:cNvSpPr>
            <a:spLocks noGrp="1"/>
          </p:cNvSpPr>
          <p:nvPr>
            <p:ph type="sldNum" sz="quarter" idx="12"/>
          </p:nvPr>
        </p:nvSpPr>
        <p:spPr/>
        <p:txBody>
          <a:bodyPr/>
          <a:lstStyle/>
          <a:p>
            <a:pPr lvl="0"/>
            <a:fld id="{B470B796-FEFA-4255-8602-091F6B6E296E}" type="slidenum">
              <a:t>‹#›</a:t>
            </a:fld>
            <a:endParaRPr lang="en-US"/>
          </a:p>
        </p:txBody>
      </p:sp>
    </p:spTree>
    <p:extLst>
      <p:ext uri="{BB962C8B-B14F-4D97-AF65-F5344CB8AC3E}">
        <p14:creationId xmlns:p14="http://schemas.microsoft.com/office/powerpoint/2010/main" val="1771246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DC070A-85D1-5017-8334-61E803044EB8}"/>
              </a:ext>
            </a:extLst>
          </p:cNvPr>
          <p:cNvSpPr>
            <a:spLocks noGrp="1"/>
          </p:cNvSpPr>
          <p:nvPr>
            <p:ph type="title" orient="vert"/>
          </p:nvPr>
        </p:nvSpPr>
        <p:spPr>
          <a:xfrm>
            <a:off x="7308850" y="301625"/>
            <a:ext cx="2266950" cy="5851525"/>
          </a:xfrm>
        </p:spPr>
        <p:txBody>
          <a:bodyPr vert="eaVert"/>
          <a:lstStyle/>
          <a:p>
            <a:r>
              <a:rPr lang="en-GB"/>
              <a:t>Click to edit Master title style</a:t>
            </a:r>
            <a:endParaRPr lang="he-IL"/>
          </a:p>
        </p:txBody>
      </p:sp>
      <p:sp>
        <p:nvSpPr>
          <p:cNvPr id="3" name="Vertical Text Placeholder 2">
            <a:extLst>
              <a:ext uri="{FF2B5EF4-FFF2-40B4-BE49-F238E27FC236}">
                <a16:creationId xmlns:a16="http://schemas.microsoft.com/office/drawing/2014/main" id="{E43D096E-884B-2D36-AAE0-15FF28B23987}"/>
              </a:ext>
            </a:extLst>
          </p:cNvPr>
          <p:cNvSpPr>
            <a:spLocks noGrp="1"/>
          </p:cNvSpPr>
          <p:nvPr>
            <p:ph type="body" orient="vert" idx="1"/>
          </p:nvPr>
        </p:nvSpPr>
        <p:spPr>
          <a:xfrm>
            <a:off x="503238" y="301625"/>
            <a:ext cx="6653212"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4" name="Date Placeholder 3">
            <a:extLst>
              <a:ext uri="{FF2B5EF4-FFF2-40B4-BE49-F238E27FC236}">
                <a16:creationId xmlns:a16="http://schemas.microsoft.com/office/drawing/2014/main" id="{02F158DE-5A94-1919-DC6C-C8E9A572874A}"/>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01C5B48B-60B8-9BCC-821A-5117C36D725B}"/>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1694DECC-018A-BFD0-FEC2-70607CEA7D85}"/>
              </a:ext>
            </a:extLst>
          </p:cNvPr>
          <p:cNvSpPr>
            <a:spLocks noGrp="1"/>
          </p:cNvSpPr>
          <p:nvPr>
            <p:ph type="sldNum" sz="quarter" idx="12"/>
          </p:nvPr>
        </p:nvSpPr>
        <p:spPr/>
        <p:txBody>
          <a:bodyPr/>
          <a:lstStyle/>
          <a:p>
            <a:pPr lvl="0"/>
            <a:fld id="{E6673D32-6D47-4639-80C4-D5A5B9211887}" type="slidenum">
              <a:t>‹#›</a:t>
            </a:fld>
            <a:endParaRPr lang="en-US"/>
          </a:p>
        </p:txBody>
      </p:sp>
    </p:spTree>
    <p:extLst>
      <p:ext uri="{BB962C8B-B14F-4D97-AF65-F5344CB8AC3E}">
        <p14:creationId xmlns:p14="http://schemas.microsoft.com/office/powerpoint/2010/main" val="13803406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CB660-EFC4-6559-DA64-5B6209A340DE}"/>
              </a:ext>
            </a:extLst>
          </p:cNvPr>
          <p:cNvSpPr>
            <a:spLocks noGrp="1"/>
          </p:cNvSpPr>
          <p:nvPr>
            <p:ph type="ctrTitle"/>
          </p:nvPr>
        </p:nvSpPr>
        <p:spPr>
          <a:xfrm>
            <a:off x="1260475" y="1236663"/>
            <a:ext cx="7559675" cy="2632075"/>
          </a:xfrm>
        </p:spPr>
        <p:txBody>
          <a:bodyPr anchor="b"/>
          <a:lstStyle>
            <a:lvl1pPr algn="ctr">
              <a:defRPr sz="6000"/>
            </a:lvl1pPr>
          </a:lstStyle>
          <a:p>
            <a:r>
              <a:rPr lang="en-GB"/>
              <a:t>Click to edit Master title style</a:t>
            </a:r>
            <a:endParaRPr lang="he-IL"/>
          </a:p>
        </p:txBody>
      </p:sp>
      <p:sp>
        <p:nvSpPr>
          <p:cNvPr id="3" name="Subtitle 2">
            <a:extLst>
              <a:ext uri="{FF2B5EF4-FFF2-40B4-BE49-F238E27FC236}">
                <a16:creationId xmlns:a16="http://schemas.microsoft.com/office/drawing/2014/main" id="{BFF1383D-7F5A-0270-22EC-80C9E21D7450}"/>
              </a:ext>
            </a:extLst>
          </p:cNvPr>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he-IL"/>
          </a:p>
        </p:txBody>
      </p:sp>
      <p:sp>
        <p:nvSpPr>
          <p:cNvPr id="4" name="Date Placeholder 3">
            <a:extLst>
              <a:ext uri="{FF2B5EF4-FFF2-40B4-BE49-F238E27FC236}">
                <a16:creationId xmlns:a16="http://schemas.microsoft.com/office/drawing/2014/main" id="{F55FAA77-B838-0611-2DE4-14625C5D9FE2}"/>
              </a:ext>
            </a:extLst>
          </p:cNvPr>
          <p:cNvSpPr>
            <a:spLocks noGrp="1"/>
          </p:cNvSpPr>
          <p:nvPr>
            <p:ph type="dt" sz="half" idx="10"/>
          </p:nvPr>
        </p:nvSpPr>
        <p:spPr/>
        <p:txBody>
          <a:bodyPr/>
          <a:lstStyle/>
          <a:p>
            <a:fld id="{29A83D2B-B9AB-4956-A225-130D95E393BD}" type="datetimeFigureOut">
              <a:rPr lang="he-IL" smtClean="0"/>
              <a:t>כ"ב/טבת/תשפ"ו</a:t>
            </a:fld>
            <a:endParaRPr lang="he-IL"/>
          </a:p>
        </p:txBody>
      </p:sp>
      <p:sp>
        <p:nvSpPr>
          <p:cNvPr id="5" name="Footer Placeholder 4">
            <a:extLst>
              <a:ext uri="{FF2B5EF4-FFF2-40B4-BE49-F238E27FC236}">
                <a16:creationId xmlns:a16="http://schemas.microsoft.com/office/drawing/2014/main" id="{2AB213EB-D808-1D3D-8630-922BDDCD964D}"/>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ACCE6FCA-C974-939E-266E-4531750B74C7}"/>
              </a:ext>
            </a:extLst>
          </p:cNvPr>
          <p:cNvSpPr>
            <a:spLocks noGrp="1"/>
          </p:cNvSpPr>
          <p:nvPr>
            <p:ph type="sldNum" sz="quarter" idx="12"/>
          </p:nvPr>
        </p:nvSpPr>
        <p:spPr/>
        <p:txBody>
          <a:bodyPr/>
          <a:lstStyle/>
          <a:p>
            <a:fld id="{AE7E35BF-1939-46A3-B1EA-392D504EECC3}" type="slidenum">
              <a:t>‹#›</a:t>
            </a:fld>
            <a:endParaRPr lang="he-IL"/>
          </a:p>
        </p:txBody>
      </p:sp>
    </p:spTree>
    <p:extLst>
      <p:ext uri="{BB962C8B-B14F-4D97-AF65-F5344CB8AC3E}">
        <p14:creationId xmlns:p14="http://schemas.microsoft.com/office/powerpoint/2010/main" val="4391055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ED18A-0BAC-6857-A039-13A7BEF2D816}"/>
              </a:ext>
            </a:extLst>
          </p:cNvPr>
          <p:cNvSpPr>
            <a:spLocks noGrp="1"/>
          </p:cNvSpPr>
          <p:nvPr>
            <p:ph type="title"/>
          </p:nvPr>
        </p:nvSpPr>
        <p:spPr/>
        <p:txBody>
          <a:bodyPr/>
          <a:lstStyle/>
          <a:p>
            <a:r>
              <a:rPr lang="en-GB"/>
              <a:t>Click to edit Master title style</a:t>
            </a:r>
            <a:endParaRPr lang="he-IL"/>
          </a:p>
        </p:txBody>
      </p:sp>
      <p:sp>
        <p:nvSpPr>
          <p:cNvPr id="3" name="Content Placeholder 2">
            <a:extLst>
              <a:ext uri="{FF2B5EF4-FFF2-40B4-BE49-F238E27FC236}">
                <a16:creationId xmlns:a16="http://schemas.microsoft.com/office/drawing/2014/main" id="{58A36FA6-0F4E-5A70-7276-520CB45D861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4" name="Date Placeholder 3">
            <a:extLst>
              <a:ext uri="{FF2B5EF4-FFF2-40B4-BE49-F238E27FC236}">
                <a16:creationId xmlns:a16="http://schemas.microsoft.com/office/drawing/2014/main" id="{8EB3EB64-0AA6-6647-0F1D-0F2EEEADBD67}"/>
              </a:ext>
            </a:extLst>
          </p:cNvPr>
          <p:cNvSpPr>
            <a:spLocks noGrp="1"/>
          </p:cNvSpPr>
          <p:nvPr>
            <p:ph type="dt" sz="half" idx="10"/>
          </p:nvPr>
        </p:nvSpPr>
        <p:spPr/>
        <p:txBody>
          <a:bodyPr/>
          <a:lstStyle/>
          <a:p>
            <a:fld id="{29A83D2B-B9AB-4956-A225-130D95E393BD}" type="datetimeFigureOut">
              <a:rPr lang="he-IL" smtClean="0"/>
              <a:t>כ"ב/טבת/תשפ"ו</a:t>
            </a:fld>
            <a:endParaRPr lang="he-IL"/>
          </a:p>
        </p:txBody>
      </p:sp>
      <p:sp>
        <p:nvSpPr>
          <p:cNvPr id="5" name="Footer Placeholder 4">
            <a:extLst>
              <a:ext uri="{FF2B5EF4-FFF2-40B4-BE49-F238E27FC236}">
                <a16:creationId xmlns:a16="http://schemas.microsoft.com/office/drawing/2014/main" id="{F3BE63ED-486C-7796-112E-536BE02B2D83}"/>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6DD958AA-218B-659D-2E1A-61288A421C1B}"/>
              </a:ext>
            </a:extLst>
          </p:cNvPr>
          <p:cNvSpPr>
            <a:spLocks noGrp="1"/>
          </p:cNvSpPr>
          <p:nvPr>
            <p:ph type="sldNum" sz="quarter" idx="12"/>
          </p:nvPr>
        </p:nvSpPr>
        <p:spPr/>
        <p:txBody>
          <a:bodyPr/>
          <a:lstStyle/>
          <a:p>
            <a:fld id="{60EDC4C6-674F-4C6A-BD48-4B317DA87603}" type="slidenum">
              <a:t>‹#›</a:t>
            </a:fld>
            <a:endParaRPr lang="he-IL"/>
          </a:p>
        </p:txBody>
      </p:sp>
    </p:spTree>
    <p:extLst>
      <p:ext uri="{BB962C8B-B14F-4D97-AF65-F5344CB8AC3E}">
        <p14:creationId xmlns:p14="http://schemas.microsoft.com/office/powerpoint/2010/main" val="27663472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4BCDC-B726-704D-B748-B5C500F535F0}"/>
              </a:ext>
            </a:extLst>
          </p:cNvPr>
          <p:cNvSpPr>
            <a:spLocks noGrp="1"/>
          </p:cNvSpPr>
          <p:nvPr>
            <p:ph type="title"/>
          </p:nvPr>
        </p:nvSpPr>
        <p:spPr>
          <a:xfrm>
            <a:off x="687388" y="1884363"/>
            <a:ext cx="8694737" cy="3144837"/>
          </a:xfrm>
        </p:spPr>
        <p:txBody>
          <a:bodyPr anchor="b"/>
          <a:lstStyle>
            <a:lvl1pPr>
              <a:defRPr sz="6000"/>
            </a:lvl1pPr>
          </a:lstStyle>
          <a:p>
            <a:r>
              <a:rPr lang="en-GB"/>
              <a:t>Click to edit Master title style</a:t>
            </a:r>
            <a:endParaRPr lang="he-IL"/>
          </a:p>
        </p:txBody>
      </p:sp>
      <p:sp>
        <p:nvSpPr>
          <p:cNvPr id="3" name="Text Placeholder 2">
            <a:extLst>
              <a:ext uri="{FF2B5EF4-FFF2-40B4-BE49-F238E27FC236}">
                <a16:creationId xmlns:a16="http://schemas.microsoft.com/office/drawing/2014/main" id="{7E52616C-ADCF-32A8-7AAD-029669253EF1}"/>
              </a:ext>
            </a:extLst>
          </p:cNvPr>
          <p:cNvSpPr>
            <a:spLocks noGrp="1"/>
          </p:cNvSpPr>
          <p:nvPr>
            <p:ph type="body" idx="1"/>
          </p:nvPr>
        </p:nvSpPr>
        <p:spPr>
          <a:xfrm>
            <a:off x="687388" y="5059363"/>
            <a:ext cx="8694737" cy="16525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631B93C-0A60-060B-B47E-AEAECB6DED38}"/>
              </a:ext>
            </a:extLst>
          </p:cNvPr>
          <p:cNvSpPr>
            <a:spLocks noGrp="1"/>
          </p:cNvSpPr>
          <p:nvPr>
            <p:ph type="dt" sz="half" idx="10"/>
          </p:nvPr>
        </p:nvSpPr>
        <p:spPr/>
        <p:txBody>
          <a:bodyPr/>
          <a:lstStyle/>
          <a:p>
            <a:fld id="{29A83D2B-B9AB-4956-A225-130D95E393BD}" type="datetimeFigureOut">
              <a:rPr lang="he-IL" smtClean="0"/>
              <a:t>כ"ב/טבת/תשפ"ו</a:t>
            </a:fld>
            <a:endParaRPr lang="he-IL"/>
          </a:p>
        </p:txBody>
      </p:sp>
      <p:sp>
        <p:nvSpPr>
          <p:cNvPr id="5" name="Footer Placeholder 4">
            <a:extLst>
              <a:ext uri="{FF2B5EF4-FFF2-40B4-BE49-F238E27FC236}">
                <a16:creationId xmlns:a16="http://schemas.microsoft.com/office/drawing/2014/main" id="{F290A6B0-F698-B329-6B55-AF867E057565}"/>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45DB6919-FC22-6A5D-30D1-294CBFC8D02A}"/>
              </a:ext>
            </a:extLst>
          </p:cNvPr>
          <p:cNvSpPr>
            <a:spLocks noGrp="1"/>
          </p:cNvSpPr>
          <p:nvPr>
            <p:ph type="sldNum" sz="quarter" idx="12"/>
          </p:nvPr>
        </p:nvSpPr>
        <p:spPr/>
        <p:txBody>
          <a:bodyPr/>
          <a:lstStyle/>
          <a:p>
            <a:fld id="{267C45F1-7CCD-48B1-A0B6-97E18CED81F7}" type="slidenum">
              <a:t>‹#›</a:t>
            </a:fld>
            <a:endParaRPr lang="he-IL"/>
          </a:p>
        </p:txBody>
      </p:sp>
    </p:spTree>
    <p:extLst>
      <p:ext uri="{BB962C8B-B14F-4D97-AF65-F5344CB8AC3E}">
        <p14:creationId xmlns:p14="http://schemas.microsoft.com/office/powerpoint/2010/main" val="3152821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F755E-CA32-1364-281C-3EE3D7026232}"/>
              </a:ext>
            </a:extLst>
          </p:cNvPr>
          <p:cNvSpPr>
            <a:spLocks noGrp="1"/>
          </p:cNvSpPr>
          <p:nvPr>
            <p:ph type="title"/>
          </p:nvPr>
        </p:nvSpPr>
        <p:spPr/>
        <p:txBody>
          <a:bodyPr/>
          <a:lstStyle/>
          <a:p>
            <a:r>
              <a:rPr lang="en-GB"/>
              <a:t>Click to edit Master title style</a:t>
            </a:r>
            <a:endParaRPr lang="he-IL"/>
          </a:p>
        </p:txBody>
      </p:sp>
      <p:sp>
        <p:nvSpPr>
          <p:cNvPr id="3" name="Content Placeholder 2">
            <a:extLst>
              <a:ext uri="{FF2B5EF4-FFF2-40B4-BE49-F238E27FC236}">
                <a16:creationId xmlns:a16="http://schemas.microsoft.com/office/drawing/2014/main" id="{2E9FF904-11A0-CE07-0B51-F8240E41E030}"/>
              </a:ext>
            </a:extLst>
          </p:cNvPr>
          <p:cNvSpPr>
            <a:spLocks noGrp="1"/>
          </p:cNvSpPr>
          <p:nvPr>
            <p:ph sz="half" idx="1"/>
          </p:nvPr>
        </p:nvSpPr>
        <p:spPr>
          <a:xfrm>
            <a:off x="693738" y="2012950"/>
            <a:ext cx="4270375" cy="47958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4" name="Content Placeholder 3">
            <a:extLst>
              <a:ext uri="{FF2B5EF4-FFF2-40B4-BE49-F238E27FC236}">
                <a16:creationId xmlns:a16="http://schemas.microsoft.com/office/drawing/2014/main" id="{5E5A9883-E590-2B64-0CE9-A2EAA1159A6A}"/>
              </a:ext>
            </a:extLst>
          </p:cNvPr>
          <p:cNvSpPr>
            <a:spLocks noGrp="1"/>
          </p:cNvSpPr>
          <p:nvPr>
            <p:ph sz="half" idx="2"/>
          </p:nvPr>
        </p:nvSpPr>
        <p:spPr>
          <a:xfrm>
            <a:off x="5116513" y="2012950"/>
            <a:ext cx="4270375" cy="47958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5" name="Date Placeholder 4">
            <a:extLst>
              <a:ext uri="{FF2B5EF4-FFF2-40B4-BE49-F238E27FC236}">
                <a16:creationId xmlns:a16="http://schemas.microsoft.com/office/drawing/2014/main" id="{1EA10A9C-1D58-9856-5637-FEDF59EB1D11}"/>
              </a:ext>
            </a:extLst>
          </p:cNvPr>
          <p:cNvSpPr>
            <a:spLocks noGrp="1"/>
          </p:cNvSpPr>
          <p:nvPr>
            <p:ph type="dt" sz="half" idx="10"/>
          </p:nvPr>
        </p:nvSpPr>
        <p:spPr/>
        <p:txBody>
          <a:bodyPr/>
          <a:lstStyle/>
          <a:p>
            <a:fld id="{29A83D2B-B9AB-4956-A225-130D95E393BD}" type="datetimeFigureOut">
              <a:rPr lang="he-IL" smtClean="0"/>
              <a:t>כ"ב/טבת/תשפ"ו</a:t>
            </a:fld>
            <a:endParaRPr lang="he-IL"/>
          </a:p>
        </p:txBody>
      </p:sp>
      <p:sp>
        <p:nvSpPr>
          <p:cNvPr id="6" name="Footer Placeholder 5">
            <a:extLst>
              <a:ext uri="{FF2B5EF4-FFF2-40B4-BE49-F238E27FC236}">
                <a16:creationId xmlns:a16="http://schemas.microsoft.com/office/drawing/2014/main" id="{92E86F68-C067-C607-DA58-26D20F6DEF2A}"/>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67ADA3CC-3F2E-145F-C824-BD3FE643540D}"/>
              </a:ext>
            </a:extLst>
          </p:cNvPr>
          <p:cNvSpPr>
            <a:spLocks noGrp="1"/>
          </p:cNvSpPr>
          <p:nvPr>
            <p:ph type="sldNum" sz="quarter" idx="12"/>
          </p:nvPr>
        </p:nvSpPr>
        <p:spPr/>
        <p:txBody>
          <a:bodyPr/>
          <a:lstStyle/>
          <a:p>
            <a:fld id="{BE443B85-16F7-4B53-8759-E7E9C67695D7}" type="slidenum">
              <a:t>‹#›</a:t>
            </a:fld>
            <a:endParaRPr lang="he-IL"/>
          </a:p>
        </p:txBody>
      </p:sp>
    </p:spTree>
    <p:extLst>
      <p:ext uri="{BB962C8B-B14F-4D97-AF65-F5344CB8AC3E}">
        <p14:creationId xmlns:p14="http://schemas.microsoft.com/office/powerpoint/2010/main" val="15607246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A9821-6E7F-A293-3AE3-F5F4EADDEAD0}"/>
              </a:ext>
            </a:extLst>
          </p:cNvPr>
          <p:cNvSpPr>
            <a:spLocks noGrp="1"/>
          </p:cNvSpPr>
          <p:nvPr>
            <p:ph type="title"/>
          </p:nvPr>
        </p:nvSpPr>
        <p:spPr>
          <a:xfrm>
            <a:off x="693738" y="403225"/>
            <a:ext cx="8694737" cy="1460500"/>
          </a:xfrm>
        </p:spPr>
        <p:txBody>
          <a:bodyPr/>
          <a:lstStyle/>
          <a:p>
            <a:r>
              <a:rPr lang="en-GB"/>
              <a:t>Click to edit Master title style</a:t>
            </a:r>
            <a:endParaRPr lang="he-IL"/>
          </a:p>
        </p:txBody>
      </p:sp>
      <p:sp>
        <p:nvSpPr>
          <p:cNvPr id="3" name="Text Placeholder 2">
            <a:extLst>
              <a:ext uri="{FF2B5EF4-FFF2-40B4-BE49-F238E27FC236}">
                <a16:creationId xmlns:a16="http://schemas.microsoft.com/office/drawing/2014/main" id="{3FCA71A8-3FFF-F494-3F87-74A135ADBDFF}"/>
              </a:ext>
            </a:extLst>
          </p:cNvPr>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9F415B5-6694-250A-2F9C-E3263D249AB5}"/>
              </a:ext>
            </a:extLst>
          </p:cNvPr>
          <p:cNvSpPr>
            <a:spLocks noGrp="1"/>
          </p:cNvSpPr>
          <p:nvPr>
            <p:ph sz="half" idx="2"/>
          </p:nvPr>
        </p:nvSpPr>
        <p:spPr>
          <a:xfrm>
            <a:off x="693738" y="2760663"/>
            <a:ext cx="4265612" cy="40624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5" name="Text Placeholder 4">
            <a:extLst>
              <a:ext uri="{FF2B5EF4-FFF2-40B4-BE49-F238E27FC236}">
                <a16:creationId xmlns:a16="http://schemas.microsoft.com/office/drawing/2014/main" id="{AD75C3E3-194E-C17A-6876-DCCBF669E64E}"/>
              </a:ext>
            </a:extLst>
          </p:cNvPr>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31B669C-25C0-6837-E405-810A02B862D9}"/>
              </a:ext>
            </a:extLst>
          </p:cNvPr>
          <p:cNvSpPr>
            <a:spLocks noGrp="1"/>
          </p:cNvSpPr>
          <p:nvPr>
            <p:ph sz="quarter" idx="4"/>
          </p:nvPr>
        </p:nvSpPr>
        <p:spPr>
          <a:xfrm>
            <a:off x="5103813" y="2760663"/>
            <a:ext cx="4284662" cy="40624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7" name="Date Placeholder 6">
            <a:extLst>
              <a:ext uri="{FF2B5EF4-FFF2-40B4-BE49-F238E27FC236}">
                <a16:creationId xmlns:a16="http://schemas.microsoft.com/office/drawing/2014/main" id="{1E61B7CC-6D3C-BD97-2865-D4C66FC43FAE}"/>
              </a:ext>
            </a:extLst>
          </p:cNvPr>
          <p:cNvSpPr>
            <a:spLocks noGrp="1"/>
          </p:cNvSpPr>
          <p:nvPr>
            <p:ph type="dt" sz="half" idx="10"/>
          </p:nvPr>
        </p:nvSpPr>
        <p:spPr/>
        <p:txBody>
          <a:bodyPr/>
          <a:lstStyle/>
          <a:p>
            <a:fld id="{29A83D2B-B9AB-4956-A225-130D95E393BD}" type="datetimeFigureOut">
              <a:rPr lang="he-IL" smtClean="0"/>
              <a:t>כ"ב/טבת/תשפ"ו</a:t>
            </a:fld>
            <a:endParaRPr lang="he-IL"/>
          </a:p>
        </p:txBody>
      </p:sp>
      <p:sp>
        <p:nvSpPr>
          <p:cNvPr id="8" name="Footer Placeholder 7">
            <a:extLst>
              <a:ext uri="{FF2B5EF4-FFF2-40B4-BE49-F238E27FC236}">
                <a16:creationId xmlns:a16="http://schemas.microsoft.com/office/drawing/2014/main" id="{DC68972E-5BE1-2F27-7A59-85DB66163F0C}"/>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FF45E9D5-B5F9-6721-6FEA-F85CD02D34AF}"/>
              </a:ext>
            </a:extLst>
          </p:cNvPr>
          <p:cNvSpPr>
            <a:spLocks noGrp="1"/>
          </p:cNvSpPr>
          <p:nvPr>
            <p:ph type="sldNum" sz="quarter" idx="12"/>
          </p:nvPr>
        </p:nvSpPr>
        <p:spPr/>
        <p:txBody>
          <a:bodyPr/>
          <a:lstStyle/>
          <a:p>
            <a:fld id="{7A2E6BB9-17F6-4833-A198-434F3B262D1C}" type="slidenum">
              <a:t>‹#›</a:t>
            </a:fld>
            <a:endParaRPr lang="he-IL"/>
          </a:p>
        </p:txBody>
      </p:sp>
    </p:spTree>
    <p:extLst>
      <p:ext uri="{BB962C8B-B14F-4D97-AF65-F5344CB8AC3E}">
        <p14:creationId xmlns:p14="http://schemas.microsoft.com/office/powerpoint/2010/main" val="41996611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7E86E-1483-4B63-4045-19D9CDD40946}"/>
              </a:ext>
            </a:extLst>
          </p:cNvPr>
          <p:cNvSpPr>
            <a:spLocks noGrp="1"/>
          </p:cNvSpPr>
          <p:nvPr>
            <p:ph type="title"/>
          </p:nvPr>
        </p:nvSpPr>
        <p:spPr/>
        <p:txBody>
          <a:bodyPr/>
          <a:lstStyle/>
          <a:p>
            <a:r>
              <a:rPr lang="en-GB"/>
              <a:t>Click to edit Master title style</a:t>
            </a:r>
            <a:endParaRPr lang="he-IL"/>
          </a:p>
        </p:txBody>
      </p:sp>
      <p:sp>
        <p:nvSpPr>
          <p:cNvPr id="3" name="Date Placeholder 2">
            <a:extLst>
              <a:ext uri="{FF2B5EF4-FFF2-40B4-BE49-F238E27FC236}">
                <a16:creationId xmlns:a16="http://schemas.microsoft.com/office/drawing/2014/main" id="{2C745941-2223-AD09-BAA5-56C16F598D06}"/>
              </a:ext>
            </a:extLst>
          </p:cNvPr>
          <p:cNvSpPr>
            <a:spLocks noGrp="1"/>
          </p:cNvSpPr>
          <p:nvPr>
            <p:ph type="dt" sz="half" idx="10"/>
          </p:nvPr>
        </p:nvSpPr>
        <p:spPr/>
        <p:txBody>
          <a:bodyPr/>
          <a:lstStyle/>
          <a:p>
            <a:fld id="{29A83D2B-B9AB-4956-A225-130D95E393BD}" type="datetimeFigureOut">
              <a:rPr lang="he-IL" smtClean="0"/>
              <a:t>כ"ב/טבת/תשפ"ו</a:t>
            </a:fld>
            <a:endParaRPr lang="he-IL"/>
          </a:p>
        </p:txBody>
      </p:sp>
      <p:sp>
        <p:nvSpPr>
          <p:cNvPr id="4" name="Footer Placeholder 3">
            <a:extLst>
              <a:ext uri="{FF2B5EF4-FFF2-40B4-BE49-F238E27FC236}">
                <a16:creationId xmlns:a16="http://schemas.microsoft.com/office/drawing/2014/main" id="{BF711C03-604D-0412-6A9E-008DB5678481}"/>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F437CFAA-1D9A-80E0-70D7-7A3BAB8E2CA3}"/>
              </a:ext>
            </a:extLst>
          </p:cNvPr>
          <p:cNvSpPr>
            <a:spLocks noGrp="1"/>
          </p:cNvSpPr>
          <p:nvPr>
            <p:ph type="sldNum" sz="quarter" idx="12"/>
          </p:nvPr>
        </p:nvSpPr>
        <p:spPr/>
        <p:txBody>
          <a:bodyPr/>
          <a:lstStyle/>
          <a:p>
            <a:fld id="{2A46D5EC-5143-4858-9188-DAB1CA7D2A0E}" type="slidenum">
              <a:t>‹#›</a:t>
            </a:fld>
            <a:endParaRPr lang="he-IL"/>
          </a:p>
        </p:txBody>
      </p:sp>
    </p:spTree>
    <p:extLst>
      <p:ext uri="{BB962C8B-B14F-4D97-AF65-F5344CB8AC3E}">
        <p14:creationId xmlns:p14="http://schemas.microsoft.com/office/powerpoint/2010/main" val="42164130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5121B8-70B4-3A99-1114-6725E5AA20FB}"/>
              </a:ext>
            </a:extLst>
          </p:cNvPr>
          <p:cNvSpPr>
            <a:spLocks noGrp="1"/>
          </p:cNvSpPr>
          <p:nvPr>
            <p:ph type="dt" sz="half" idx="10"/>
          </p:nvPr>
        </p:nvSpPr>
        <p:spPr/>
        <p:txBody>
          <a:bodyPr/>
          <a:lstStyle/>
          <a:p>
            <a:fld id="{29A83D2B-B9AB-4956-A225-130D95E393BD}" type="datetimeFigureOut">
              <a:rPr lang="he-IL" smtClean="0"/>
              <a:t>כ"ב/טבת/תשפ"ו</a:t>
            </a:fld>
            <a:endParaRPr lang="he-IL"/>
          </a:p>
        </p:txBody>
      </p:sp>
      <p:sp>
        <p:nvSpPr>
          <p:cNvPr id="3" name="Footer Placeholder 2">
            <a:extLst>
              <a:ext uri="{FF2B5EF4-FFF2-40B4-BE49-F238E27FC236}">
                <a16:creationId xmlns:a16="http://schemas.microsoft.com/office/drawing/2014/main" id="{08254FA1-3A12-F8D3-3227-34FA5C46A5B3}"/>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C863B42B-A271-D662-448E-E3F759C5D82B}"/>
              </a:ext>
            </a:extLst>
          </p:cNvPr>
          <p:cNvSpPr>
            <a:spLocks noGrp="1"/>
          </p:cNvSpPr>
          <p:nvPr>
            <p:ph type="sldNum" sz="quarter" idx="12"/>
          </p:nvPr>
        </p:nvSpPr>
        <p:spPr/>
        <p:txBody>
          <a:bodyPr/>
          <a:lstStyle/>
          <a:p>
            <a:fld id="{F2401613-708E-4D79-828B-EE2D83523642}" type="slidenum">
              <a:t>‹#›</a:t>
            </a:fld>
            <a:endParaRPr lang="he-IL"/>
          </a:p>
        </p:txBody>
      </p:sp>
    </p:spTree>
    <p:extLst>
      <p:ext uri="{BB962C8B-B14F-4D97-AF65-F5344CB8AC3E}">
        <p14:creationId xmlns:p14="http://schemas.microsoft.com/office/powerpoint/2010/main" val="29282727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7E3BD-CEA2-E142-B03D-9929C709DDBB}"/>
              </a:ext>
            </a:extLst>
          </p:cNvPr>
          <p:cNvSpPr>
            <a:spLocks noGrp="1"/>
          </p:cNvSpPr>
          <p:nvPr>
            <p:ph type="title"/>
          </p:nvPr>
        </p:nvSpPr>
        <p:spPr>
          <a:xfrm>
            <a:off x="693738" y="503238"/>
            <a:ext cx="3251200" cy="1765300"/>
          </a:xfrm>
        </p:spPr>
        <p:txBody>
          <a:bodyPr anchor="b"/>
          <a:lstStyle>
            <a:lvl1pPr>
              <a:defRPr sz="3200"/>
            </a:lvl1pPr>
          </a:lstStyle>
          <a:p>
            <a:r>
              <a:rPr lang="en-GB"/>
              <a:t>Click to edit Master title style</a:t>
            </a:r>
            <a:endParaRPr lang="he-IL"/>
          </a:p>
        </p:txBody>
      </p:sp>
      <p:sp>
        <p:nvSpPr>
          <p:cNvPr id="3" name="Content Placeholder 2">
            <a:extLst>
              <a:ext uri="{FF2B5EF4-FFF2-40B4-BE49-F238E27FC236}">
                <a16:creationId xmlns:a16="http://schemas.microsoft.com/office/drawing/2014/main" id="{4BFCA805-BDBF-02ED-20A6-23EBF0CE877F}"/>
              </a:ext>
            </a:extLst>
          </p:cNvPr>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4" name="Text Placeholder 3">
            <a:extLst>
              <a:ext uri="{FF2B5EF4-FFF2-40B4-BE49-F238E27FC236}">
                <a16:creationId xmlns:a16="http://schemas.microsoft.com/office/drawing/2014/main" id="{C0CB5B70-EE8D-F2AA-D2FA-36B64684D3FA}"/>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B5D9F80-E21A-D532-022E-EE637C6B0C27}"/>
              </a:ext>
            </a:extLst>
          </p:cNvPr>
          <p:cNvSpPr>
            <a:spLocks noGrp="1"/>
          </p:cNvSpPr>
          <p:nvPr>
            <p:ph type="dt" sz="half" idx="10"/>
          </p:nvPr>
        </p:nvSpPr>
        <p:spPr/>
        <p:txBody>
          <a:bodyPr/>
          <a:lstStyle/>
          <a:p>
            <a:fld id="{29A83D2B-B9AB-4956-A225-130D95E393BD}" type="datetimeFigureOut">
              <a:rPr lang="he-IL" smtClean="0"/>
              <a:t>כ"ב/טבת/תשפ"ו</a:t>
            </a:fld>
            <a:endParaRPr lang="he-IL"/>
          </a:p>
        </p:txBody>
      </p:sp>
      <p:sp>
        <p:nvSpPr>
          <p:cNvPr id="6" name="Footer Placeholder 5">
            <a:extLst>
              <a:ext uri="{FF2B5EF4-FFF2-40B4-BE49-F238E27FC236}">
                <a16:creationId xmlns:a16="http://schemas.microsoft.com/office/drawing/2014/main" id="{4B176A65-F89E-D3E1-A44E-23C4F3BF0F76}"/>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9D91494F-C640-D9B5-6E36-54B73BA27818}"/>
              </a:ext>
            </a:extLst>
          </p:cNvPr>
          <p:cNvSpPr>
            <a:spLocks noGrp="1"/>
          </p:cNvSpPr>
          <p:nvPr>
            <p:ph type="sldNum" sz="quarter" idx="12"/>
          </p:nvPr>
        </p:nvSpPr>
        <p:spPr/>
        <p:txBody>
          <a:bodyPr/>
          <a:lstStyle/>
          <a:p>
            <a:fld id="{4ABC6B8E-CBFB-4281-AB3D-B835085F17E7}" type="slidenum">
              <a:t>‹#›</a:t>
            </a:fld>
            <a:endParaRPr lang="he-IL"/>
          </a:p>
        </p:txBody>
      </p:sp>
    </p:spTree>
    <p:extLst>
      <p:ext uri="{BB962C8B-B14F-4D97-AF65-F5344CB8AC3E}">
        <p14:creationId xmlns:p14="http://schemas.microsoft.com/office/powerpoint/2010/main" val="18957219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5E93-A177-7F11-0228-F9581946CF8A}"/>
              </a:ext>
            </a:extLst>
          </p:cNvPr>
          <p:cNvSpPr>
            <a:spLocks noGrp="1"/>
          </p:cNvSpPr>
          <p:nvPr>
            <p:ph type="title"/>
          </p:nvPr>
        </p:nvSpPr>
        <p:spPr>
          <a:xfrm>
            <a:off x="693738" y="503238"/>
            <a:ext cx="3251200" cy="1765300"/>
          </a:xfrm>
        </p:spPr>
        <p:txBody>
          <a:bodyPr anchor="b"/>
          <a:lstStyle>
            <a:lvl1pPr>
              <a:defRPr sz="3200"/>
            </a:lvl1pPr>
          </a:lstStyle>
          <a:p>
            <a:r>
              <a:rPr lang="en-GB"/>
              <a:t>Click to edit Master title style</a:t>
            </a:r>
            <a:endParaRPr lang="he-IL"/>
          </a:p>
        </p:txBody>
      </p:sp>
      <p:sp>
        <p:nvSpPr>
          <p:cNvPr id="3" name="Picture Placeholder 2">
            <a:extLst>
              <a:ext uri="{FF2B5EF4-FFF2-40B4-BE49-F238E27FC236}">
                <a16:creationId xmlns:a16="http://schemas.microsoft.com/office/drawing/2014/main" id="{419F471E-2101-FEED-EE83-C8084256DB3A}"/>
              </a:ext>
            </a:extLst>
          </p:cNvPr>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C91F6DD4-E58F-2297-A01B-CEA105BA1BA8}"/>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A7A94B6-E1B7-B6DF-D8F1-838108ABA609}"/>
              </a:ext>
            </a:extLst>
          </p:cNvPr>
          <p:cNvSpPr>
            <a:spLocks noGrp="1"/>
          </p:cNvSpPr>
          <p:nvPr>
            <p:ph type="dt" sz="half" idx="10"/>
          </p:nvPr>
        </p:nvSpPr>
        <p:spPr/>
        <p:txBody>
          <a:bodyPr/>
          <a:lstStyle/>
          <a:p>
            <a:fld id="{29A83D2B-B9AB-4956-A225-130D95E393BD}" type="datetimeFigureOut">
              <a:rPr lang="he-IL" smtClean="0"/>
              <a:t>כ"ב/טבת/תשפ"ו</a:t>
            </a:fld>
            <a:endParaRPr lang="he-IL"/>
          </a:p>
        </p:txBody>
      </p:sp>
      <p:sp>
        <p:nvSpPr>
          <p:cNvPr id="6" name="Footer Placeholder 5">
            <a:extLst>
              <a:ext uri="{FF2B5EF4-FFF2-40B4-BE49-F238E27FC236}">
                <a16:creationId xmlns:a16="http://schemas.microsoft.com/office/drawing/2014/main" id="{667C21CF-3DA7-4912-EF5B-6BBC13A609DC}"/>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2274712F-3710-A496-7172-363BE742601A}"/>
              </a:ext>
            </a:extLst>
          </p:cNvPr>
          <p:cNvSpPr>
            <a:spLocks noGrp="1"/>
          </p:cNvSpPr>
          <p:nvPr>
            <p:ph type="sldNum" sz="quarter" idx="12"/>
          </p:nvPr>
        </p:nvSpPr>
        <p:spPr/>
        <p:txBody>
          <a:bodyPr/>
          <a:lstStyle/>
          <a:p>
            <a:fld id="{C81040CB-6BF4-4D51-8131-D2B648C2D5CE}" type="slidenum">
              <a:t>‹#›</a:t>
            </a:fld>
            <a:endParaRPr lang="he-IL"/>
          </a:p>
        </p:txBody>
      </p:sp>
    </p:spTree>
    <p:extLst>
      <p:ext uri="{BB962C8B-B14F-4D97-AF65-F5344CB8AC3E}">
        <p14:creationId xmlns:p14="http://schemas.microsoft.com/office/powerpoint/2010/main" val="36178352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18A9F-AD62-FA6F-2749-5E230DA0CF18}"/>
              </a:ext>
            </a:extLst>
          </p:cNvPr>
          <p:cNvSpPr>
            <a:spLocks noGrp="1"/>
          </p:cNvSpPr>
          <p:nvPr>
            <p:ph type="title"/>
          </p:nvPr>
        </p:nvSpPr>
        <p:spPr/>
        <p:txBody>
          <a:bodyPr/>
          <a:lstStyle/>
          <a:p>
            <a:r>
              <a:rPr lang="en-GB"/>
              <a:t>Click to edit Master title style</a:t>
            </a:r>
            <a:endParaRPr lang="he-IL"/>
          </a:p>
        </p:txBody>
      </p:sp>
      <p:sp>
        <p:nvSpPr>
          <p:cNvPr id="3" name="Vertical Text Placeholder 2">
            <a:extLst>
              <a:ext uri="{FF2B5EF4-FFF2-40B4-BE49-F238E27FC236}">
                <a16:creationId xmlns:a16="http://schemas.microsoft.com/office/drawing/2014/main" id="{FDC4D261-8954-F060-068B-8BE06007BCF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4" name="Date Placeholder 3">
            <a:extLst>
              <a:ext uri="{FF2B5EF4-FFF2-40B4-BE49-F238E27FC236}">
                <a16:creationId xmlns:a16="http://schemas.microsoft.com/office/drawing/2014/main" id="{B9D39713-47F5-B8C9-2114-75DF03D84EA7}"/>
              </a:ext>
            </a:extLst>
          </p:cNvPr>
          <p:cNvSpPr>
            <a:spLocks noGrp="1"/>
          </p:cNvSpPr>
          <p:nvPr>
            <p:ph type="dt" sz="half" idx="10"/>
          </p:nvPr>
        </p:nvSpPr>
        <p:spPr/>
        <p:txBody>
          <a:bodyPr/>
          <a:lstStyle/>
          <a:p>
            <a:fld id="{29A83D2B-B9AB-4956-A225-130D95E393BD}" type="datetimeFigureOut">
              <a:rPr lang="he-IL" smtClean="0"/>
              <a:t>כ"ב/טבת/תשפ"ו</a:t>
            </a:fld>
            <a:endParaRPr lang="he-IL"/>
          </a:p>
        </p:txBody>
      </p:sp>
      <p:sp>
        <p:nvSpPr>
          <p:cNvPr id="5" name="Footer Placeholder 4">
            <a:extLst>
              <a:ext uri="{FF2B5EF4-FFF2-40B4-BE49-F238E27FC236}">
                <a16:creationId xmlns:a16="http://schemas.microsoft.com/office/drawing/2014/main" id="{1E0D911A-BBD4-B3FE-912C-5A4B266EF54A}"/>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346ADA05-779A-6BE4-F0DC-3B748B6EAB34}"/>
              </a:ext>
            </a:extLst>
          </p:cNvPr>
          <p:cNvSpPr>
            <a:spLocks noGrp="1"/>
          </p:cNvSpPr>
          <p:nvPr>
            <p:ph type="sldNum" sz="quarter" idx="12"/>
          </p:nvPr>
        </p:nvSpPr>
        <p:spPr/>
        <p:txBody>
          <a:bodyPr/>
          <a:lstStyle/>
          <a:p>
            <a:fld id="{D0C562CA-897B-4982-8EF5-308AD25E26B8}" type="slidenum">
              <a:t>‹#›</a:t>
            </a:fld>
            <a:endParaRPr lang="he-IL"/>
          </a:p>
        </p:txBody>
      </p:sp>
    </p:spTree>
    <p:extLst>
      <p:ext uri="{BB962C8B-B14F-4D97-AF65-F5344CB8AC3E}">
        <p14:creationId xmlns:p14="http://schemas.microsoft.com/office/powerpoint/2010/main" val="3902322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540A1D-1ED2-6C3F-B3BD-BAE60336A02E}"/>
              </a:ext>
            </a:extLst>
          </p:cNvPr>
          <p:cNvSpPr>
            <a:spLocks noGrp="1"/>
          </p:cNvSpPr>
          <p:nvPr>
            <p:ph type="title" orient="vert"/>
          </p:nvPr>
        </p:nvSpPr>
        <p:spPr>
          <a:xfrm>
            <a:off x="7213600" y="403225"/>
            <a:ext cx="2173288" cy="6405563"/>
          </a:xfrm>
        </p:spPr>
        <p:txBody>
          <a:bodyPr vert="eaVert"/>
          <a:lstStyle/>
          <a:p>
            <a:r>
              <a:rPr lang="en-GB"/>
              <a:t>Click to edit Master title style</a:t>
            </a:r>
            <a:endParaRPr lang="he-IL"/>
          </a:p>
        </p:txBody>
      </p:sp>
      <p:sp>
        <p:nvSpPr>
          <p:cNvPr id="3" name="Vertical Text Placeholder 2">
            <a:extLst>
              <a:ext uri="{FF2B5EF4-FFF2-40B4-BE49-F238E27FC236}">
                <a16:creationId xmlns:a16="http://schemas.microsoft.com/office/drawing/2014/main" id="{7233EF75-5168-941C-FF7C-D160C4B363D6}"/>
              </a:ext>
            </a:extLst>
          </p:cNvPr>
          <p:cNvSpPr>
            <a:spLocks noGrp="1"/>
          </p:cNvSpPr>
          <p:nvPr>
            <p:ph type="body" orient="vert" idx="1"/>
          </p:nvPr>
        </p:nvSpPr>
        <p:spPr>
          <a:xfrm>
            <a:off x="693738" y="403225"/>
            <a:ext cx="6367462" cy="6405563"/>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4" name="Date Placeholder 3">
            <a:extLst>
              <a:ext uri="{FF2B5EF4-FFF2-40B4-BE49-F238E27FC236}">
                <a16:creationId xmlns:a16="http://schemas.microsoft.com/office/drawing/2014/main" id="{C78FEFBB-856F-0506-5E6F-EAB740EC0258}"/>
              </a:ext>
            </a:extLst>
          </p:cNvPr>
          <p:cNvSpPr>
            <a:spLocks noGrp="1"/>
          </p:cNvSpPr>
          <p:nvPr>
            <p:ph type="dt" sz="half" idx="10"/>
          </p:nvPr>
        </p:nvSpPr>
        <p:spPr/>
        <p:txBody>
          <a:bodyPr/>
          <a:lstStyle/>
          <a:p>
            <a:fld id="{29A83D2B-B9AB-4956-A225-130D95E393BD}" type="datetimeFigureOut">
              <a:rPr lang="he-IL" smtClean="0"/>
              <a:t>כ"ב/טבת/תשפ"ו</a:t>
            </a:fld>
            <a:endParaRPr lang="he-IL"/>
          </a:p>
        </p:txBody>
      </p:sp>
      <p:sp>
        <p:nvSpPr>
          <p:cNvPr id="5" name="Footer Placeholder 4">
            <a:extLst>
              <a:ext uri="{FF2B5EF4-FFF2-40B4-BE49-F238E27FC236}">
                <a16:creationId xmlns:a16="http://schemas.microsoft.com/office/drawing/2014/main" id="{BE51D75D-BDB9-FB42-96F6-1BB4B036BB79}"/>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B1A0F2C1-6F39-C3A3-B7C4-E6BD513AEE0C}"/>
              </a:ext>
            </a:extLst>
          </p:cNvPr>
          <p:cNvSpPr>
            <a:spLocks noGrp="1"/>
          </p:cNvSpPr>
          <p:nvPr>
            <p:ph type="sldNum" sz="quarter" idx="12"/>
          </p:nvPr>
        </p:nvSpPr>
        <p:spPr/>
        <p:txBody>
          <a:bodyPr/>
          <a:lstStyle/>
          <a:p>
            <a:fld id="{69D34C82-7CAF-425F-86A1-23731E8C0D81}" type="slidenum">
              <a:t>‹#›</a:t>
            </a:fld>
            <a:endParaRPr lang="he-IL"/>
          </a:p>
        </p:txBody>
      </p:sp>
    </p:spTree>
    <p:extLst>
      <p:ext uri="{BB962C8B-B14F-4D97-AF65-F5344CB8AC3E}">
        <p14:creationId xmlns:p14="http://schemas.microsoft.com/office/powerpoint/2010/main" val="202551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9A0AC-9A9A-37A7-ECC4-6E7EC10ED192}"/>
              </a:ext>
            </a:extLst>
          </p:cNvPr>
          <p:cNvSpPr>
            <a:spLocks noGrp="1"/>
          </p:cNvSpPr>
          <p:nvPr>
            <p:ph type="ctrTitle"/>
          </p:nvPr>
        </p:nvSpPr>
        <p:spPr>
          <a:xfrm>
            <a:off x="1260475" y="1236663"/>
            <a:ext cx="7559675" cy="2632075"/>
          </a:xfrm>
        </p:spPr>
        <p:txBody>
          <a:bodyPr anchor="b"/>
          <a:lstStyle>
            <a:lvl1pPr algn="ctr">
              <a:defRPr sz="6000"/>
            </a:lvl1pPr>
          </a:lstStyle>
          <a:p>
            <a:r>
              <a:rPr lang="en-GB"/>
              <a:t>Click to edit Master title style</a:t>
            </a:r>
            <a:endParaRPr lang="he-IL"/>
          </a:p>
        </p:txBody>
      </p:sp>
      <p:sp>
        <p:nvSpPr>
          <p:cNvPr id="3" name="Subtitle 2">
            <a:extLst>
              <a:ext uri="{FF2B5EF4-FFF2-40B4-BE49-F238E27FC236}">
                <a16:creationId xmlns:a16="http://schemas.microsoft.com/office/drawing/2014/main" id="{DDC867BC-989E-5BD3-90B9-2E8E8C6C8A0C}"/>
              </a:ext>
            </a:extLst>
          </p:cNvPr>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he-IL"/>
          </a:p>
        </p:txBody>
      </p:sp>
      <p:sp>
        <p:nvSpPr>
          <p:cNvPr id="4" name="Date Placeholder 3">
            <a:extLst>
              <a:ext uri="{FF2B5EF4-FFF2-40B4-BE49-F238E27FC236}">
                <a16:creationId xmlns:a16="http://schemas.microsoft.com/office/drawing/2014/main" id="{E8C0E525-4759-907B-DCEC-53C2AC707FB5}"/>
              </a:ext>
            </a:extLst>
          </p:cNvPr>
          <p:cNvSpPr>
            <a:spLocks noGrp="1"/>
          </p:cNvSpPr>
          <p:nvPr>
            <p:ph type="dt" sz="half" idx="10"/>
          </p:nvPr>
        </p:nvSpPr>
        <p:spPr/>
        <p:txBody>
          <a:bodyPr/>
          <a:lstStyle/>
          <a:p>
            <a:fld id="{E0A3C721-250A-4014-B38C-7F65BC7718A4}" type="datetimeFigureOut">
              <a:rPr lang="he-IL" smtClean="0"/>
              <a:t>כ"ב/טבת/תשפ"ו</a:t>
            </a:fld>
            <a:endParaRPr lang="he-IL"/>
          </a:p>
        </p:txBody>
      </p:sp>
      <p:sp>
        <p:nvSpPr>
          <p:cNvPr id="5" name="Footer Placeholder 4">
            <a:extLst>
              <a:ext uri="{FF2B5EF4-FFF2-40B4-BE49-F238E27FC236}">
                <a16:creationId xmlns:a16="http://schemas.microsoft.com/office/drawing/2014/main" id="{00DA142D-CC18-61AB-A4B6-17BC09943A35}"/>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120E5076-D971-1C70-7C5E-4958F737509E}"/>
              </a:ext>
            </a:extLst>
          </p:cNvPr>
          <p:cNvSpPr>
            <a:spLocks noGrp="1"/>
          </p:cNvSpPr>
          <p:nvPr>
            <p:ph type="sldNum" sz="quarter" idx="12"/>
          </p:nvPr>
        </p:nvSpPr>
        <p:spPr/>
        <p:txBody>
          <a:bodyPr/>
          <a:lstStyle/>
          <a:p>
            <a:fld id="{A19480E9-6C3A-499F-8120-0BBED9514042}" type="slidenum">
              <a:t>‹#›</a:t>
            </a:fld>
            <a:endParaRPr lang="he-IL"/>
          </a:p>
        </p:txBody>
      </p:sp>
    </p:spTree>
    <p:extLst>
      <p:ext uri="{BB962C8B-B14F-4D97-AF65-F5344CB8AC3E}">
        <p14:creationId xmlns:p14="http://schemas.microsoft.com/office/powerpoint/2010/main" val="18076865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200BD-2EC6-CEB7-F050-1CE2EBDE7B27}"/>
              </a:ext>
            </a:extLst>
          </p:cNvPr>
          <p:cNvSpPr>
            <a:spLocks noGrp="1"/>
          </p:cNvSpPr>
          <p:nvPr>
            <p:ph type="title"/>
          </p:nvPr>
        </p:nvSpPr>
        <p:spPr/>
        <p:txBody>
          <a:bodyPr/>
          <a:lstStyle/>
          <a:p>
            <a:r>
              <a:rPr lang="en-GB"/>
              <a:t>Click to edit Master title style</a:t>
            </a:r>
            <a:endParaRPr lang="he-IL"/>
          </a:p>
        </p:txBody>
      </p:sp>
      <p:sp>
        <p:nvSpPr>
          <p:cNvPr id="3" name="Content Placeholder 2">
            <a:extLst>
              <a:ext uri="{FF2B5EF4-FFF2-40B4-BE49-F238E27FC236}">
                <a16:creationId xmlns:a16="http://schemas.microsoft.com/office/drawing/2014/main" id="{85122C56-EE7A-FB3A-8DF4-F406E230435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4" name="Date Placeholder 3">
            <a:extLst>
              <a:ext uri="{FF2B5EF4-FFF2-40B4-BE49-F238E27FC236}">
                <a16:creationId xmlns:a16="http://schemas.microsoft.com/office/drawing/2014/main" id="{5DF421B6-40B8-F041-632F-C38031BA5737}"/>
              </a:ext>
            </a:extLst>
          </p:cNvPr>
          <p:cNvSpPr>
            <a:spLocks noGrp="1"/>
          </p:cNvSpPr>
          <p:nvPr>
            <p:ph type="dt" sz="half" idx="10"/>
          </p:nvPr>
        </p:nvSpPr>
        <p:spPr/>
        <p:txBody>
          <a:bodyPr/>
          <a:lstStyle/>
          <a:p>
            <a:fld id="{E0A3C721-250A-4014-B38C-7F65BC7718A4}" type="datetimeFigureOut">
              <a:rPr lang="he-IL" smtClean="0"/>
              <a:t>כ"ב/טבת/תשפ"ו</a:t>
            </a:fld>
            <a:endParaRPr lang="he-IL"/>
          </a:p>
        </p:txBody>
      </p:sp>
      <p:sp>
        <p:nvSpPr>
          <p:cNvPr id="5" name="Footer Placeholder 4">
            <a:extLst>
              <a:ext uri="{FF2B5EF4-FFF2-40B4-BE49-F238E27FC236}">
                <a16:creationId xmlns:a16="http://schemas.microsoft.com/office/drawing/2014/main" id="{55459812-273C-BB22-AFFD-1285CAC80C57}"/>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B8D040A9-E9BC-C9B0-5051-C2325505633C}"/>
              </a:ext>
            </a:extLst>
          </p:cNvPr>
          <p:cNvSpPr>
            <a:spLocks noGrp="1"/>
          </p:cNvSpPr>
          <p:nvPr>
            <p:ph type="sldNum" sz="quarter" idx="12"/>
          </p:nvPr>
        </p:nvSpPr>
        <p:spPr/>
        <p:txBody>
          <a:bodyPr/>
          <a:lstStyle/>
          <a:p>
            <a:fld id="{381F3810-E01F-4882-A9FA-3DD4AF2B2969}" type="slidenum">
              <a:t>‹#›</a:t>
            </a:fld>
            <a:endParaRPr lang="he-IL"/>
          </a:p>
        </p:txBody>
      </p:sp>
    </p:spTree>
    <p:extLst>
      <p:ext uri="{BB962C8B-B14F-4D97-AF65-F5344CB8AC3E}">
        <p14:creationId xmlns:p14="http://schemas.microsoft.com/office/powerpoint/2010/main" val="25145715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C7CC0-EE93-6EAE-E27C-84236767428B}"/>
              </a:ext>
            </a:extLst>
          </p:cNvPr>
          <p:cNvSpPr>
            <a:spLocks noGrp="1"/>
          </p:cNvSpPr>
          <p:nvPr>
            <p:ph type="title"/>
          </p:nvPr>
        </p:nvSpPr>
        <p:spPr>
          <a:xfrm>
            <a:off x="687388" y="1884363"/>
            <a:ext cx="8694737" cy="3144837"/>
          </a:xfrm>
        </p:spPr>
        <p:txBody>
          <a:bodyPr anchor="b"/>
          <a:lstStyle>
            <a:lvl1pPr>
              <a:defRPr sz="6000"/>
            </a:lvl1pPr>
          </a:lstStyle>
          <a:p>
            <a:r>
              <a:rPr lang="en-GB"/>
              <a:t>Click to edit Master title style</a:t>
            </a:r>
            <a:endParaRPr lang="he-IL"/>
          </a:p>
        </p:txBody>
      </p:sp>
      <p:sp>
        <p:nvSpPr>
          <p:cNvPr id="3" name="Text Placeholder 2">
            <a:extLst>
              <a:ext uri="{FF2B5EF4-FFF2-40B4-BE49-F238E27FC236}">
                <a16:creationId xmlns:a16="http://schemas.microsoft.com/office/drawing/2014/main" id="{A56BEEA8-9509-30D6-D301-32CF10702BD3}"/>
              </a:ext>
            </a:extLst>
          </p:cNvPr>
          <p:cNvSpPr>
            <a:spLocks noGrp="1"/>
          </p:cNvSpPr>
          <p:nvPr>
            <p:ph type="body" idx="1"/>
          </p:nvPr>
        </p:nvSpPr>
        <p:spPr>
          <a:xfrm>
            <a:off x="687388" y="5059363"/>
            <a:ext cx="8694737" cy="16525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60B4522-0375-9953-315E-6A251C3B3C95}"/>
              </a:ext>
            </a:extLst>
          </p:cNvPr>
          <p:cNvSpPr>
            <a:spLocks noGrp="1"/>
          </p:cNvSpPr>
          <p:nvPr>
            <p:ph type="dt" sz="half" idx="10"/>
          </p:nvPr>
        </p:nvSpPr>
        <p:spPr/>
        <p:txBody>
          <a:bodyPr/>
          <a:lstStyle/>
          <a:p>
            <a:fld id="{E0A3C721-250A-4014-B38C-7F65BC7718A4}" type="datetimeFigureOut">
              <a:rPr lang="he-IL" smtClean="0"/>
              <a:t>כ"ב/טבת/תשפ"ו</a:t>
            </a:fld>
            <a:endParaRPr lang="he-IL"/>
          </a:p>
        </p:txBody>
      </p:sp>
      <p:sp>
        <p:nvSpPr>
          <p:cNvPr id="5" name="Footer Placeholder 4">
            <a:extLst>
              <a:ext uri="{FF2B5EF4-FFF2-40B4-BE49-F238E27FC236}">
                <a16:creationId xmlns:a16="http://schemas.microsoft.com/office/drawing/2014/main" id="{903CBF95-5A7E-C093-5B9D-D26CB1D4F406}"/>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2D964690-4E56-DB55-8504-4AC29F4B2BC0}"/>
              </a:ext>
            </a:extLst>
          </p:cNvPr>
          <p:cNvSpPr>
            <a:spLocks noGrp="1"/>
          </p:cNvSpPr>
          <p:nvPr>
            <p:ph type="sldNum" sz="quarter" idx="12"/>
          </p:nvPr>
        </p:nvSpPr>
        <p:spPr/>
        <p:txBody>
          <a:bodyPr/>
          <a:lstStyle/>
          <a:p>
            <a:fld id="{1E75CC55-957A-43EE-ACF1-ECE0246955B6}" type="slidenum">
              <a:t>‹#›</a:t>
            </a:fld>
            <a:endParaRPr lang="he-IL"/>
          </a:p>
        </p:txBody>
      </p:sp>
    </p:spTree>
    <p:extLst>
      <p:ext uri="{BB962C8B-B14F-4D97-AF65-F5344CB8AC3E}">
        <p14:creationId xmlns:p14="http://schemas.microsoft.com/office/powerpoint/2010/main" val="12873736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E1BA-4981-136F-7DFD-E046757AFBFC}"/>
              </a:ext>
            </a:extLst>
          </p:cNvPr>
          <p:cNvSpPr>
            <a:spLocks noGrp="1"/>
          </p:cNvSpPr>
          <p:nvPr>
            <p:ph type="title"/>
          </p:nvPr>
        </p:nvSpPr>
        <p:spPr/>
        <p:txBody>
          <a:bodyPr/>
          <a:lstStyle/>
          <a:p>
            <a:r>
              <a:rPr lang="en-GB"/>
              <a:t>Click to edit Master title style</a:t>
            </a:r>
            <a:endParaRPr lang="he-IL"/>
          </a:p>
        </p:txBody>
      </p:sp>
      <p:sp>
        <p:nvSpPr>
          <p:cNvPr id="3" name="Content Placeholder 2">
            <a:extLst>
              <a:ext uri="{FF2B5EF4-FFF2-40B4-BE49-F238E27FC236}">
                <a16:creationId xmlns:a16="http://schemas.microsoft.com/office/drawing/2014/main" id="{845A618C-B461-3E3B-4137-7ECD366057FC}"/>
              </a:ext>
            </a:extLst>
          </p:cNvPr>
          <p:cNvSpPr>
            <a:spLocks noGrp="1"/>
          </p:cNvSpPr>
          <p:nvPr>
            <p:ph sz="half" idx="1"/>
          </p:nvPr>
        </p:nvSpPr>
        <p:spPr>
          <a:xfrm>
            <a:off x="693738" y="2012950"/>
            <a:ext cx="4270375" cy="47958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4" name="Content Placeholder 3">
            <a:extLst>
              <a:ext uri="{FF2B5EF4-FFF2-40B4-BE49-F238E27FC236}">
                <a16:creationId xmlns:a16="http://schemas.microsoft.com/office/drawing/2014/main" id="{A525414A-2395-B92A-8059-15580EA145B0}"/>
              </a:ext>
            </a:extLst>
          </p:cNvPr>
          <p:cNvSpPr>
            <a:spLocks noGrp="1"/>
          </p:cNvSpPr>
          <p:nvPr>
            <p:ph sz="half" idx="2"/>
          </p:nvPr>
        </p:nvSpPr>
        <p:spPr>
          <a:xfrm>
            <a:off x="5116513" y="2012950"/>
            <a:ext cx="4270375" cy="47958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5" name="Date Placeholder 4">
            <a:extLst>
              <a:ext uri="{FF2B5EF4-FFF2-40B4-BE49-F238E27FC236}">
                <a16:creationId xmlns:a16="http://schemas.microsoft.com/office/drawing/2014/main" id="{9DCBF126-8D76-B5B0-82C9-F766818E10AC}"/>
              </a:ext>
            </a:extLst>
          </p:cNvPr>
          <p:cNvSpPr>
            <a:spLocks noGrp="1"/>
          </p:cNvSpPr>
          <p:nvPr>
            <p:ph type="dt" sz="half" idx="10"/>
          </p:nvPr>
        </p:nvSpPr>
        <p:spPr/>
        <p:txBody>
          <a:bodyPr/>
          <a:lstStyle/>
          <a:p>
            <a:fld id="{E0A3C721-250A-4014-B38C-7F65BC7718A4}" type="datetimeFigureOut">
              <a:rPr lang="he-IL" smtClean="0"/>
              <a:t>כ"ב/טבת/תשפ"ו</a:t>
            </a:fld>
            <a:endParaRPr lang="he-IL"/>
          </a:p>
        </p:txBody>
      </p:sp>
      <p:sp>
        <p:nvSpPr>
          <p:cNvPr id="6" name="Footer Placeholder 5">
            <a:extLst>
              <a:ext uri="{FF2B5EF4-FFF2-40B4-BE49-F238E27FC236}">
                <a16:creationId xmlns:a16="http://schemas.microsoft.com/office/drawing/2014/main" id="{0A7F9499-35CA-FEC6-1933-25F17184B989}"/>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7B8FF6A6-40DA-7266-215B-0902EAA901D6}"/>
              </a:ext>
            </a:extLst>
          </p:cNvPr>
          <p:cNvSpPr>
            <a:spLocks noGrp="1"/>
          </p:cNvSpPr>
          <p:nvPr>
            <p:ph type="sldNum" sz="quarter" idx="12"/>
          </p:nvPr>
        </p:nvSpPr>
        <p:spPr/>
        <p:txBody>
          <a:bodyPr/>
          <a:lstStyle/>
          <a:p>
            <a:fld id="{B675B8BE-11DF-4273-A4DF-B8EB91D02236}" type="slidenum">
              <a:t>‹#›</a:t>
            </a:fld>
            <a:endParaRPr lang="he-IL"/>
          </a:p>
        </p:txBody>
      </p:sp>
    </p:spTree>
    <p:extLst>
      <p:ext uri="{BB962C8B-B14F-4D97-AF65-F5344CB8AC3E}">
        <p14:creationId xmlns:p14="http://schemas.microsoft.com/office/powerpoint/2010/main" val="8178920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FD4AD-24FA-39A6-47AC-A8371E878D60}"/>
              </a:ext>
            </a:extLst>
          </p:cNvPr>
          <p:cNvSpPr>
            <a:spLocks noGrp="1"/>
          </p:cNvSpPr>
          <p:nvPr>
            <p:ph type="title"/>
          </p:nvPr>
        </p:nvSpPr>
        <p:spPr>
          <a:xfrm>
            <a:off x="693738" y="403225"/>
            <a:ext cx="8694737" cy="1460500"/>
          </a:xfrm>
        </p:spPr>
        <p:txBody>
          <a:bodyPr/>
          <a:lstStyle/>
          <a:p>
            <a:r>
              <a:rPr lang="en-GB"/>
              <a:t>Click to edit Master title style</a:t>
            </a:r>
            <a:endParaRPr lang="he-IL"/>
          </a:p>
        </p:txBody>
      </p:sp>
      <p:sp>
        <p:nvSpPr>
          <p:cNvPr id="3" name="Text Placeholder 2">
            <a:extLst>
              <a:ext uri="{FF2B5EF4-FFF2-40B4-BE49-F238E27FC236}">
                <a16:creationId xmlns:a16="http://schemas.microsoft.com/office/drawing/2014/main" id="{5DB46137-52A5-1BD0-BDEE-99EFD2472986}"/>
              </a:ext>
            </a:extLst>
          </p:cNvPr>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9550607-5257-63C5-A24D-6A05EBA99B33}"/>
              </a:ext>
            </a:extLst>
          </p:cNvPr>
          <p:cNvSpPr>
            <a:spLocks noGrp="1"/>
          </p:cNvSpPr>
          <p:nvPr>
            <p:ph sz="half" idx="2"/>
          </p:nvPr>
        </p:nvSpPr>
        <p:spPr>
          <a:xfrm>
            <a:off x="693738" y="2760663"/>
            <a:ext cx="4265612" cy="40624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5" name="Text Placeholder 4">
            <a:extLst>
              <a:ext uri="{FF2B5EF4-FFF2-40B4-BE49-F238E27FC236}">
                <a16:creationId xmlns:a16="http://schemas.microsoft.com/office/drawing/2014/main" id="{970B6C24-1DB0-48E0-3787-6E9BB12BD833}"/>
              </a:ext>
            </a:extLst>
          </p:cNvPr>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881D9E9-B646-900F-9003-7D44F7AF78DB}"/>
              </a:ext>
            </a:extLst>
          </p:cNvPr>
          <p:cNvSpPr>
            <a:spLocks noGrp="1"/>
          </p:cNvSpPr>
          <p:nvPr>
            <p:ph sz="quarter" idx="4"/>
          </p:nvPr>
        </p:nvSpPr>
        <p:spPr>
          <a:xfrm>
            <a:off x="5103813" y="2760663"/>
            <a:ext cx="4284662" cy="40624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7" name="Date Placeholder 6">
            <a:extLst>
              <a:ext uri="{FF2B5EF4-FFF2-40B4-BE49-F238E27FC236}">
                <a16:creationId xmlns:a16="http://schemas.microsoft.com/office/drawing/2014/main" id="{E8F826B5-B665-71E2-A33B-8A85E48C1763}"/>
              </a:ext>
            </a:extLst>
          </p:cNvPr>
          <p:cNvSpPr>
            <a:spLocks noGrp="1"/>
          </p:cNvSpPr>
          <p:nvPr>
            <p:ph type="dt" sz="half" idx="10"/>
          </p:nvPr>
        </p:nvSpPr>
        <p:spPr/>
        <p:txBody>
          <a:bodyPr/>
          <a:lstStyle/>
          <a:p>
            <a:fld id="{E0A3C721-250A-4014-B38C-7F65BC7718A4}" type="datetimeFigureOut">
              <a:rPr lang="he-IL" smtClean="0"/>
              <a:t>כ"ב/טבת/תשפ"ו</a:t>
            </a:fld>
            <a:endParaRPr lang="he-IL"/>
          </a:p>
        </p:txBody>
      </p:sp>
      <p:sp>
        <p:nvSpPr>
          <p:cNvPr id="8" name="Footer Placeholder 7">
            <a:extLst>
              <a:ext uri="{FF2B5EF4-FFF2-40B4-BE49-F238E27FC236}">
                <a16:creationId xmlns:a16="http://schemas.microsoft.com/office/drawing/2014/main" id="{C6C929F5-F8B1-579D-5480-CC211D2C82DE}"/>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515A4F61-B4D2-B38B-7BCD-1BE202F7BD9E}"/>
              </a:ext>
            </a:extLst>
          </p:cNvPr>
          <p:cNvSpPr>
            <a:spLocks noGrp="1"/>
          </p:cNvSpPr>
          <p:nvPr>
            <p:ph type="sldNum" sz="quarter" idx="12"/>
          </p:nvPr>
        </p:nvSpPr>
        <p:spPr/>
        <p:txBody>
          <a:bodyPr/>
          <a:lstStyle/>
          <a:p>
            <a:fld id="{9CFF7DFE-7737-477A-84FA-332A142D7939}" type="slidenum">
              <a:t>‹#›</a:t>
            </a:fld>
            <a:endParaRPr lang="he-IL"/>
          </a:p>
        </p:txBody>
      </p:sp>
    </p:spTree>
    <p:extLst>
      <p:ext uri="{BB962C8B-B14F-4D97-AF65-F5344CB8AC3E}">
        <p14:creationId xmlns:p14="http://schemas.microsoft.com/office/powerpoint/2010/main" val="24951573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22AC2-5FC9-F939-6EC3-3851C9B2CEF1}"/>
              </a:ext>
            </a:extLst>
          </p:cNvPr>
          <p:cNvSpPr>
            <a:spLocks noGrp="1"/>
          </p:cNvSpPr>
          <p:nvPr>
            <p:ph type="title"/>
          </p:nvPr>
        </p:nvSpPr>
        <p:spPr/>
        <p:txBody>
          <a:bodyPr/>
          <a:lstStyle/>
          <a:p>
            <a:r>
              <a:rPr lang="en-GB"/>
              <a:t>Click to edit Master title style</a:t>
            </a:r>
            <a:endParaRPr lang="he-IL"/>
          </a:p>
        </p:txBody>
      </p:sp>
      <p:sp>
        <p:nvSpPr>
          <p:cNvPr id="3" name="Date Placeholder 2">
            <a:extLst>
              <a:ext uri="{FF2B5EF4-FFF2-40B4-BE49-F238E27FC236}">
                <a16:creationId xmlns:a16="http://schemas.microsoft.com/office/drawing/2014/main" id="{6B919813-8A86-800B-0973-BC5390101DCF}"/>
              </a:ext>
            </a:extLst>
          </p:cNvPr>
          <p:cNvSpPr>
            <a:spLocks noGrp="1"/>
          </p:cNvSpPr>
          <p:nvPr>
            <p:ph type="dt" sz="half" idx="10"/>
          </p:nvPr>
        </p:nvSpPr>
        <p:spPr/>
        <p:txBody>
          <a:bodyPr/>
          <a:lstStyle/>
          <a:p>
            <a:fld id="{E0A3C721-250A-4014-B38C-7F65BC7718A4}" type="datetimeFigureOut">
              <a:rPr lang="he-IL" smtClean="0"/>
              <a:t>כ"ב/טבת/תשפ"ו</a:t>
            </a:fld>
            <a:endParaRPr lang="he-IL"/>
          </a:p>
        </p:txBody>
      </p:sp>
      <p:sp>
        <p:nvSpPr>
          <p:cNvPr id="4" name="Footer Placeholder 3">
            <a:extLst>
              <a:ext uri="{FF2B5EF4-FFF2-40B4-BE49-F238E27FC236}">
                <a16:creationId xmlns:a16="http://schemas.microsoft.com/office/drawing/2014/main" id="{19C63379-D11C-B4A2-CD87-881D3D700F70}"/>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28A066C0-B6A5-F364-2789-C5B53AFAEDCE}"/>
              </a:ext>
            </a:extLst>
          </p:cNvPr>
          <p:cNvSpPr>
            <a:spLocks noGrp="1"/>
          </p:cNvSpPr>
          <p:nvPr>
            <p:ph type="sldNum" sz="quarter" idx="12"/>
          </p:nvPr>
        </p:nvSpPr>
        <p:spPr/>
        <p:txBody>
          <a:bodyPr/>
          <a:lstStyle/>
          <a:p>
            <a:fld id="{CE85D03F-547C-4368-B4D8-F8EFC98E1259}" type="slidenum">
              <a:t>‹#›</a:t>
            </a:fld>
            <a:endParaRPr lang="he-IL"/>
          </a:p>
        </p:txBody>
      </p:sp>
    </p:spTree>
    <p:extLst>
      <p:ext uri="{BB962C8B-B14F-4D97-AF65-F5344CB8AC3E}">
        <p14:creationId xmlns:p14="http://schemas.microsoft.com/office/powerpoint/2010/main" val="395585789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1CC0C2-ABF0-183B-14C7-65589058EA79}"/>
              </a:ext>
            </a:extLst>
          </p:cNvPr>
          <p:cNvSpPr>
            <a:spLocks noGrp="1"/>
          </p:cNvSpPr>
          <p:nvPr>
            <p:ph type="dt" sz="half" idx="10"/>
          </p:nvPr>
        </p:nvSpPr>
        <p:spPr/>
        <p:txBody>
          <a:bodyPr/>
          <a:lstStyle/>
          <a:p>
            <a:fld id="{E0A3C721-250A-4014-B38C-7F65BC7718A4}" type="datetimeFigureOut">
              <a:rPr lang="he-IL" smtClean="0"/>
              <a:t>כ"ב/טבת/תשפ"ו</a:t>
            </a:fld>
            <a:endParaRPr lang="he-IL"/>
          </a:p>
        </p:txBody>
      </p:sp>
      <p:sp>
        <p:nvSpPr>
          <p:cNvPr id="3" name="Footer Placeholder 2">
            <a:extLst>
              <a:ext uri="{FF2B5EF4-FFF2-40B4-BE49-F238E27FC236}">
                <a16:creationId xmlns:a16="http://schemas.microsoft.com/office/drawing/2014/main" id="{B663A99B-CF9E-69D8-B774-B88A8067C3F7}"/>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15B55451-36D4-A8B4-AFC8-CCB013314F45}"/>
              </a:ext>
            </a:extLst>
          </p:cNvPr>
          <p:cNvSpPr>
            <a:spLocks noGrp="1"/>
          </p:cNvSpPr>
          <p:nvPr>
            <p:ph type="sldNum" sz="quarter" idx="12"/>
          </p:nvPr>
        </p:nvSpPr>
        <p:spPr/>
        <p:txBody>
          <a:bodyPr/>
          <a:lstStyle/>
          <a:p>
            <a:fld id="{100A1E4A-3A25-41A6-8A45-77AFF5831172}" type="slidenum">
              <a:t>‹#›</a:t>
            </a:fld>
            <a:endParaRPr lang="he-IL"/>
          </a:p>
        </p:txBody>
      </p:sp>
    </p:spTree>
    <p:extLst>
      <p:ext uri="{BB962C8B-B14F-4D97-AF65-F5344CB8AC3E}">
        <p14:creationId xmlns:p14="http://schemas.microsoft.com/office/powerpoint/2010/main" val="3714121184"/>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8B105-DCC1-42E7-88A5-3D95106A3853}"/>
              </a:ext>
            </a:extLst>
          </p:cNvPr>
          <p:cNvSpPr>
            <a:spLocks noGrp="1"/>
          </p:cNvSpPr>
          <p:nvPr>
            <p:ph type="title"/>
          </p:nvPr>
        </p:nvSpPr>
        <p:spPr>
          <a:xfrm>
            <a:off x="693738" y="503238"/>
            <a:ext cx="3251200" cy="1765300"/>
          </a:xfrm>
        </p:spPr>
        <p:txBody>
          <a:bodyPr anchor="b"/>
          <a:lstStyle>
            <a:lvl1pPr>
              <a:defRPr sz="3200"/>
            </a:lvl1pPr>
          </a:lstStyle>
          <a:p>
            <a:r>
              <a:rPr lang="en-GB"/>
              <a:t>Click to edit Master title style</a:t>
            </a:r>
            <a:endParaRPr lang="he-IL"/>
          </a:p>
        </p:txBody>
      </p:sp>
      <p:sp>
        <p:nvSpPr>
          <p:cNvPr id="3" name="Content Placeholder 2">
            <a:extLst>
              <a:ext uri="{FF2B5EF4-FFF2-40B4-BE49-F238E27FC236}">
                <a16:creationId xmlns:a16="http://schemas.microsoft.com/office/drawing/2014/main" id="{3585A5D9-F05A-16F3-ED3E-AB2F36114E56}"/>
              </a:ext>
            </a:extLst>
          </p:cNvPr>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4" name="Text Placeholder 3">
            <a:extLst>
              <a:ext uri="{FF2B5EF4-FFF2-40B4-BE49-F238E27FC236}">
                <a16:creationId xmlns:a16="http://schemas.microsoft.com/office/drawing/2014/main" id="{46767F04-E9F7-9D1A-D018-8857E7079F1A}"/>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A93315A-3F84-9269-970D-D57BCA705931}"/>
              </a:ext>
            </a:extLst>
          </p:cNvPr>
          <p:cNvSpPr>
            <a:spLocks noGrp="1"/>
          </p:cNvSpPr>
          <p:nvPr>
            <p:ph type="dt" sz="half" idx="10"/>
          </p:nvPr>
        </p:nvSpPr>
        <p:spPr/>
        <p:txBody>
          <a:bodyPr/>
          <a:lstStyle/>
          <a:p>
            <a:fld id="{E0A3C721-250A-4014-B38C-7F65BC7718A4}" type="datetimeFigureOut">
              <a:rPr lang="he-IL" smtClean="0"/>
              <a:t>כ"ב/טבת/תשפ"ו</a:t>
            </a:fld>
            <a:endParaRPr lang="he-IL"/>
          </a:p>
        </p:txBody>
      </p:sp>
      <p:sp>
        <p:nvSpPr>
          <p:cNvPr id="6" name="Footer Placeholder 5">
            <a:extLst>
              <a:ext uri="{FF2B5EF4-FFF2-40B4-BE49-F238E27FC236}">
                <a16:creationId xmlns:a16="http://schemas.microsoft.com/office/drawing/2014/main" id="{16117A56-AC24-6275-ED29-8DA21CD530FA}"/>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B579B10F-EA1B-7D8D-AD33-1FEAF783580E}"/>
              </a:ext>
            </a:extLst>
          </p:cNvPr>
          <p:cNvSpPr>
            <a:spLocks noGrp="1"/>
          </p:cNvSpPr>
          <p:nvPr>
            <p:ph type="sldNum" sz="quarter" idx="12"/>
          </p:nvPr>
        </p:nvSpPr>
        <p:spPr/>
        <p:txBody>
          <a:bodyPr/>
          <a:lstStyle/>
          <a:p>
            <a:fld id="{E7A22D61-853E-405D-96BF-AF3B383ACEB6}" type="slidenum">
              <a:t>‹#›</a:t>
            </a:fld>
            <a:endParaRPr lang="he-IL"/>
          </a:p>
        </p:txBody>
      </p:sp>
    </p:spTree>
    <p:extLst>
      <p:ext uri="{BB962C8B-B14F-4D97-AF65-F5344CB8AC3E}">
        <p14:creationId xmlns:p14="http://schemas.microsoft.com/office/powerpoint/2010/main" val="5524868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BD8C7-4133-3725-1423-378C1BDBAA02}"/>
              </a:ext>
            </a:extLst>
          </p:cNvPr>
          <p:cNvSpPr>
            <a:spLocks noGrp="1"/>
          </p:cNvSpPr>
          <p:nvPr>
            <p:ph type="title"/>
          </p:nvPr>
        </p:nvSpPr>
        <p:spPr>
          <a:xfrm>
            <a:off x="693738" y="503238"/>
            <a:ext cx="3251200" cy="1765300"/>
          </a:xfrm>
        </p:spPr>
        <p:txBody>
          <a:bodyPr anchor="b"/>
          <a:lstStyle>
            <a:lvl1pPr>
              <a:defRPr sz="3200"/>
            </a:lvl1pPr>
          </a:lstStyle>
          <a:p>
            <a:r>
              <a:rPr lang="en-GB"/>
              <a:t>Click to edit Master title style</a:t>
            </a:r>
            <a:endParaRPr lang="he-IL"/>
          </a:p>
        </p:txBody>
      </p:sp>
      <p:sp>
        <p:nvSpPr>
          <p:cNvPr id="3" name="Picture Placeholder 2">
            <a:extLst>
              <a:ext uri="{FF2B5EF4-FFF2-40B4-BE49-F238E27FC236}">
                <a16:creationId xmlns:a16="http://schemas.microsoft.com/office/drawing/2014/main" id="{D94103E8-0551-0CDF-2AB2-77F7B322A71D}"/>
              </a:ext>
            </a:extLst>
          </p:cNvPr>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F2085351-A6AB-4FD4-2DCC-77D976788B95}"/>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0B354AE-ABBD-7943-B286-701184C90955}"/>
              </a:ext>
            </a:extLst>
          </p:cNvPr>
          <p:cNvSpPr>
            <a:spLocks noGrp="1"/>
          </p:cNvSpPr>
          <p:nvPr>
            <p:ph type="dt" sz="half" idx="10"/>
          </p:nvPr>
        </p:nvSpPr>
        <p:spPr/>
        <p:txBody>
          <a:bodyPr/>
          <a:lstStyle/>
          <a:p>
            <a:fld id="{E0A3C721-250A-4014-B38C-7F65BC7718A4}" type="datetimeFigureOut">
              <a:rPr lang="he-IL" smtClean="0"/>
              <a:t>כ"ב/טבת/תשפ"ו</a:t>
            </a:fld>
            <a:endParaRPr lang="he-IL"/>
          </a:p>
        </p:txBody>
      </p:sp>
      <p:sp>
        <p:nvSpPr>
          <p:cNvPr id="6" name="Footer Placeholder 5">
            <a:extLst>
              <a:ext uri="{FF2B5EF4-FFF2-40B4-BE49-F238E27FC236}">
                <a16:creationId xmlns:a16="http://schemas.microsoft.com/office/drawing/2014/main" id="{425021DB-BCA0-C3F1-2866-823C05B26962}"/>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01A3691D-B441-F108-75EC-0B8EC7202A2B}"/>
              </a:ext>
            </a:extLst>
          </p:cNvPr>
          <p:cNvSpPr>
            <a:spLocks noGrp="1"/>
          </p:cNvSpPr>
          <p:nvPr>
            <p:ph type="sldNum" sz="quarter" idx="12"/>
          </p:nvPr>
        </p:nvSpPr>
        <p:spPr/>
        <p:txBody>
          <a:bodyPr/>
          <a:lstStyle/>
          <a:p>
            <a:fld id="{597B4F82-284E-4563-BBA5-1D6BDBE5AFAD}" type="slidenum">
              <a:t>‹#›</a:t>
            </a:fld>
            <a:endParaRPr lang="he-IL"/>
          </a:p>
        </p:txBody>
      </p:sp>
    </p:spTree>
    <p:extLst>
      <p:ext uri="{BB962C8B-B14F-4D97-AF65-F5344CB8AC3E}">
        <p14:creationId xmlns:p14="http://schemas.microsoft.com/office/powerpoint/2010/main" val="4122463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BC636-DAC3-4FDE-FF9B-D80931463C21}"/>
              </a:ext>
            </a:extLst>
          </p:cNvPr>
          <p:cNvSpPr>
            <a:spLocks noGrp="1"/>
          </p:cNvSpPr>
          <p:nvPr>
            <p:ph type="title"/>
          </p:nvPr>
        </p:nvSpPr>
        <p:spPr/>
        <p:txBody>
          <a:bodyPr/>
          <a:lstStyle/>
          <a:p>
            <a:r>
              <a:rPr lang="en-GB"/>
              <a:t>Click to edit Master title style</a:t>
            </a:r>
            <a:endParaRPr lang="he-IL"/>
          </a:p>
        </p:txBody>
      </p:sp>
      <p:sp>
        <p:nvSpPr>
          <p:cNvPr id="3" name="Vertical Text Placeholder 2">
            <a:extLst>
              <a:ext uri="{FF2B5EF4-FFF2-40B4-BE49-F238E27FC236}">
                <a16:creationId xmlns:a16="http://schemas.microsoft.com/office/drawing/2014/main" id="{E95818B6-3B45-F754-CD9F-D70A3A8A6B7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4" name="Date Placeholder 3">
            <a:extLst>
              <a:ext uri="{FF2B5EF4-FFF2-40B4-BE49-F238E27FC236}">
                <a16:creationId xmlns:a16="http://schemas.microsoft.com/office/drawing/2014/main" id="{17E5DF40-1158-7AC3-0615-F17216EE6E47}"/>
              </a:ext>
            </a:extLst>
          </p:cNvPr>
          <p:cNvSpPr>
            <a:spLocks noGrp="1"/>
          </p:cNvSpPr>
          <p:nvPr>
            <p:ph type="dt" sz="half" idx="10"/>
          </p:nvPr>
        </p:nvSpPr>
        <p:spPr/>
        <p:txBody>
          <a:bodyPr/>
          <a:lstStyle/>
          <a:p>
            <a:fld id="{E0A3C721-250A-4014-B38C-7F65BC7718A4}" type="datetimeFigureOut">
              <a:rPr lang="he-IL" smtClean="0"/>
              <a:t>כ"ב/טבת/תשפ"ו</a:t>
            </a:fld>
            <a:endParaRPr lang="he-IL"/>
          </a:p>
        </p:txBody>
      </p:sp>
      <p:sp>
        <p:nvSpPr>
          <p:cNvPr id="5" name="Footer Placeholder 4">
            <a:extLst>
              <a:ext uri="{FF2B5EF4-FFF2-40B4-BE49-F238E27FC236}">
                <a16:creationId xmlns:a16="http://schemas.microsoft.com/office/drawing/2014/main" id="{233C5323-FD80-C3F4-D228-F0C47A6C271E}"/>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BF8EFF61-EB15-544D-1113-87F4341790C7}"/>
              </a:ext>
            </a:extLst>
          </p:cNvPr>
          <p:cNvSpPr>
            <a:spLocks noGrp="1"/>
          </p:cNvSpPr>
          <p:nvPr>
            <p:ph type="sldNum" sz="quarter" idx="12"/>
          </p:nvPr>
        </p:nvSpPr>
        <p:spPr/>
        <p:txBody>
          <a:bodyPr/>
          <a:lstStyle/>
          <a:p>
            <a:fld id="{C97A80BA-2DC8-451E-8D46-231A18002086}" type="slidenum">
              <a:t>‹#›</a:t>
            </a:fld>
            <a:endParaRPr lang="he-IL"/>
          </a:p>
        </p:txBody>
      </p:sp>
    </p:spTree>
    <p:extLst>
      <p:ext uri="{BB962C8B-B14F-4D97-AF65-F5344CB8AC3E}">
        <p14:creationId xmlns:p14="http://schemas.microsoft.com/office/powerpoint/2010/main" val="14086169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DEEB6F-D1E3-82A7-D6A2-4E740C17896F}"/>
              </a:ext>
            </a:extLst>
          </p:cNvPr>
          <p:cNvSpPr>
            <a:spLocks noGrp="1"/>
          </p:cNvSpPr>
          <p:nvPr>
            <p:ph type="title" orient="vert"/>
          </p:nvPr>
        </p:nvSpPr>
        <p:spPr>
          <a:xfrm>
            <a:off x="7213600" y="403225"/>
            <a:ext cx="2173288" cy="6405563"/>
          </a:xfrm>
        </p:spPr>
        <p:txBody>
          <a:bodyPr vert="eaVert"/>
          <a:lstStyle/>
          <a:p>
            <a:r>
              <a:rPr lang="en-GB"/>
              <a:t>Click to edit Master title style</a:t>
            </a:r>
            <a:endParaRPr lang="he-IL"/>
          </a:p>
        </p:txBody>
      </p:sp>
      <p:sp>
        <p:nvSpPr>
          <p:cNvPr id="3" name="Vertical Text Placeholder 2">
            <a:extLst>
              <a:ext uri="{FF2B5EF4-FFF2-40B4-BE49-F238E27FC236}">
                <a16:creationId xmlns:a16="http://schemas.microsoft.com/office/drawing/2014/main" id="{AD5569D9-9EB3-9F45-6CE0-E6B4EE8E0012}"/>
              </a:ext>
            </a:extLst>
          </p:cNvPr>
          <p:cNvSpPr>
            <a:spLocks noGrp="1"/>
          </p:cNvSpPr>
          <p:nvPr>
            <p:ph type="body" orient="vert" idx="1"/>
          </p:nvPr>
        </p:nvSpPr>
        <p:spPr>
          <a:xfrm>
            <a:off x="693738" y="403225"/>
            <a:ext cx="6367462" cy="6405563"/>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4" name="Date Placeholder 3">
            <a:extLst>
              <a:ext uri="{FF2B5EF4-FFF2-40B4-BE49-F238E27FC236}">
                <a16:creationId xmlns:a16="http://schemas.microsoft.com/office/drawing/2014/main" id="{3B054E26-B1D2-F4DC-EDB7-E04C8C7262DB}"/>
              </a:ext>
            </a:extLst>
          </p:cNvPr>
          <p:cNvSpPr>
            <a:spLocks noGrp="1"/>
          </p:cNvSpPr>
          <p:nvPr>
            <p:ph type="dt" sz="half" idx="10"/>
          </p:nvPr>
        </p:nvSpPr>
        <p:spPr/>
        <p:txBody>
          <a:bodyPr/>
          <a:lstStyle/>
          <a:p>
            <a:fld id="{E0A3C721-250A-4014-B38C-7F65BC7718A4}" type="datetimeFigureOut">
              <a:rPr lang="he-IL" smtClean="0"/>
              <a:t>כ"ב/טבת/תשפ"ו</a:t>
            </a:fld>
            <a:endParaRPr lang="he-IL"/>
          </a:p>
        </p:txBody>
      </p:sp>
      <p:sp>
        <p:nvSpPr>
          <p:cNvPr id="5" name="Footer Placeholder 4">
            <a:extLst>
              <a:ext uri="{FF2B5EF4-FFF2-40B4-BE49-F238E27FC236}">
                <a16:creationId xmlns:a16="http://schemas.microsoft.com/office/drawing/2014/main" id="{76005E49-8897-9394-0302-F62476674E5A}"/>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AD38B12D-C150-E55D-C968-3F03ED36024A}"/>
              </a:ext>
            </a:extLst>
          </p:cNvPr>
          <p:cNvSpPr>
            <a:spLocks noGrp="1"/>
          </p:cNvSpPr>
          <p:nvPr>
            <p:ph type="sldNum" sz="quarter" idx="12"/>
          </p:nvPr>
        </p:nvSpPr>
        <p:spPr/>
        <p:txBody>
          <a:bodyPr/>
          <a:lstStyle/>
          <a:p>
            <a:fld id="{323CAB29-0424-445B-96BE-4F9F8CD2EA17}" type="slidenum">
              <a:t>‹#›</a:t>
            </a:fld>
            <a:endParaRPr lang="he-IL"/>
          </a:p>
        </p:txBody>
      </p:sp>
    </p:spTree>
    <p:extLst>
      <p:ext uri="{BB962C8B-B14F-4D97-AF65-F5344CB8AC3E}">
        <p14:creationId xmlns:p14="http://schemas.microsoft.com/office/powerpoint/2010/main" val="2856971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C93405-F231-9EDA-BA70-7F8162E51098}"/>
              </a:ext>
            </a:extLst>
          </p:cNvPr>
          <p:cNvSpPr txBox="1">
            <a:spLocks noGrp="1"/>
          </p:cNvSpPr>
          <p:nvPr>
            <p:ph type="title"/>
          </p:nvPr>
        </p:nvSpPr>
        <p:spPr>
          <a:xfrm>
            <a:off x="503999" y="301320"/>
            <a:ext cx="9071640" cy="1262160"/>
          </a:xfrm>
          <a:prstGeom prst="rect">
            <a:avLst/>
          </a:prstGeom>
          <a:noFill/>
          <a:ln>
            <a:noFill/>
          </a:ln>
        </p:spPr>
        <p:txBody>
          <a:bodyPr lIns="0" tIns="0" rIns="0" bIns="0" anchor="ctr"/>
          <a:lstStyle/>
          <a:p>
            <a:endParaRPr lang="en-US"/>
          </a:p>
        </p:txBody>
      </p:sp>
      <p:sp>
        <p:nvSpPr>
          <p:cNvPr id="3" name="Text Placeholder 2">
            <a:extLst>
              <a:ext uri="{FF2B5EF4-FFF2-40B4-BE49-F238E27FC236}">
                <a16:creationId xmlns:a16="http://schemas.microsoft.com/office/drawing/2014/main" id="{993AD276-CDB7-31C8-0868-2D3806F1F42F}"/>
              </a:ext>
            </a:extLst>
          </p:cNvPr>
          <p:cNvSpPr txBox="1">
            <a:spLocks noGrp="1"/>
          </p:cNvSpPr>
          <p:nvPr>
            <p:ph type="body" idx="1"/>
          </p:nvPr>
        </p:nvSpPr>
        <p:spPr>
          <a:xfrm>
            <a:off x="503999" y="1769040"/>
            <a:ext cx="9071640" cy="4384440"/>
          </a:xfrm>
          <a:prstGeom prst="rect">
            <a:avLst/>
          </a:prstGeom>
          <a:noFill/>
          <a:ln>
            <a:noFill/>
          </a:ln>
        </p:spPr>
        <p:txBody>
          <a:bodyPr lIns="0" tIns="0" rIns="0" bIns="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7EF6E0B-1223-3CB5-8FAE-208B4CD85EBA}"/>
              </a:ext>
            </a:extLst>
          </p:cNvPr>
          <p:cNvSpPr txBox="1">
            <a:spLocks noGrp="1"/>
          </p:cNvSpPr>
          <p:nvPr>
            <p:ph type="dt" sz="half" idx="2"/>
          </p:nvPr>
        </p:nvSpPr>
        <p:spPr>
          <a:xfrm>
            <a:off x="503999" y="6887160"/>
            <a:ext cx="2348280" cy="521280"/>
          </a:xfrm>
          <a:prstGeom prst="rect">
            <a:avLst/>
          </a:prstGeom>
          <a:noFill/>
          <a:ln>
            <a:noFill/>
          </a:ln>
        </p:spPr>
        <p:txBody>
          <a:bodyPr vert="horz" lIns="0" tIns="0" rIns="0" bIns="0" anchorCtr="0">
            <a:noAutofit/>
          </a:bodyPr>
          <a:lstStyle>
            <a:lvl1pPr lvl="0" rtl="0" hangingPunct="0">
              <a:buNone/>
              <a:tabLst/>
              <a:defRPr lang="en-US" sz="1400" kern="1200">
                <a:latin typeface="Liberation Serif" pitchFamily="18"/>
                <a:ea typeface="DejaVu Sans" pitchFamily="2"/>
                <a:cs typeface="DejaVu Sans" pitchFamily="2"/>
              </a:defRPr>
            </a:lvl1pPr>
          </a:lstStyle>
          <a:p>
            <a:pPr lvl="0"/>
            <a:endParaRPr lang="en-US"/>
          </a:p>
        </p:txBody>
      </p:sp>
      <p:sp>
        <p:nvSpPr>
          <p:cNvPr id="5" name="Footer Placeholder 4">
            <a:extLst>
              <a:ext uri="{FF2B5EF4-FFF2-40B4-BE49-F238E27FC236}">
                <a16:creationId xmlns:a16="http://schemas.microsoft.com/office/drawing/2014/main" id="{98D2D13C-943D-322B-8D8E-A1C3D02BFAF2}"/>
              </a:ext>
            </a:extLst>
          </p:cNvPr>
          <p:cNvSpPr txBox="1">
            <a:spLocks noGrp="1"/>
          </p:cNvSpPr>
          <p:nvPr>
            <p:ph type="ftr" sz="quarter" idx="3"/>
          </p:nvPr>
        </p:nvSpPr>
        <p:spPr>
          <a:xfrm>
            <a:off x="3447360" y="6887160"/>
            <a:ext cx="3195000" cy="521280"/>
          </a:xfrm>
          <a:prstGeom prst="rect">
            <a:avLst/>
          </a:prstGeom>
          <a:noFill/>
          <a:ln>
            <a:noFill/>
          </a:ln>
        </p:spPr>
        <p:txBody>
          <a:bodyPr vert="horz" lIns="0" tIns="0" rIns="0" bIns="0" anchorCtr="0">
            <a:noAutofit/>
          </a:bodyPr>
          <a:lstStyle>
            <a:lvl1pPr lvl="0" algn="ctr" rtl="0" hangingPunct="0">
              <a:buNone/>
              <a:tabLst/>
              <a:defRPr lang="en-US" sz="1400" kern="1200">
                <a:latin typeface="Liberation Serif" pitchFamily="18"/>
                <a:ea typeface="DejaVu Sans" pitchFamily="2"/>
                <a:cs typeface="DejaVu Sans" pitchFamily="2"/>
              </a:defRPr>
            </a:lvl1pPr>
          </a:lstStyle>
          <a:p>
            <a:pPr lvl="0"/>
            <a:endParaRPr lang="en-US"/>
          </a:p>
        </p:txBody>
      </p:sp>
      <p:sp>
        <p:nvSpPr>
          <p:cNvPr id="6" name="Slide Number Placeholder 5">
            <a:extLst>
              <a:ext uri="{FF2B5EF4-FFF2-40B4-BE49-F238E27FC236}">
                <a16:creationId xmlns:a16="http://schemas.microsoft.com/office/drawing/2014/main" id="{1796CC6B-2278-EF1E-B1A9-A3025E6B74F7}"/>
              </a:ext>
            </a:extLst>
          </p:cNvPr>
          <p:cNvSpPr txBox="1">
            <a:spLocks noGrp="1"/>
          </p:cNvSpPr>
          <p:nvPr>
            <p:ph type="sldNum" sz="quarter" idx="4"/>
          </p:nvPr>
        </p:nvSpPr>
        <p:spPr>
          <a:xfrm>
            <a:off x="7227360" y="6887160"/>
            <a:ext cx="2348280" cy="521280"/>
          </a:xfrm>
          <a:prstGeom prst="rect">
            <a:avLst/>
          </a:prstGeom>
          <a:noFill/>
          <a:ln>
            <a:noFill/>
          </a:ln>
        </p:spPr>
        <p:txBody>
          <a:bodyPr vert="horz" lIns="0" tIns="0" rIns="0" bIns="0" anchorCtr="0">
            <a:noAutofit/>
          </a:bodyPr>
          <a:lstStyle>
            <a:lvl1pPr lvl="0" algn="r" rtl="0" hangingPunct="0">
              <a:buNone/>
              <a:tabLst/>
              <a:defRPr lang="en-US" sz="1400" kern="1200">
                <a:latin typeface="Liberation Serif" pitchFamily="18"/>
                <a:ea typeface="DejaVu Sans" pitchFamily="2"/>
                <a:cs typeface="DejaVu Sans" pitchFamily="2"/>
              </a:defRPr>
            </a:lvl1pPr>
          </a:lstStyle>
          <a:p>
            <a:pPr lvl="0"/>
            <a:fld id="{E78ABB02-668F-4B8D-BB20-F5058A71A438}"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hangingPunct="0">
        <a:tabLst/>
        <a:defRPr lang="en-US" sz="4400" b="0" i="0" u="none" strike="noStrike" kern="1200" cap="none">
          <a:ln>
            <a:noFill/>
          </a:ln>
          <a:highlight>
            <a:scrgbClr r="0" g="0" b="0">
              <a:alpha val="0"/>
            </a:scrgbClr>
          </a:highlight>
          <a:latin typeface="Liberation Sans" pitchFamily="18"/>
          <a:cs typeface="Nachlieli CLM" pitchFamily="2"/>
        </a:defRPr>
      </a:lvl1pPr>
    </p:titleStyle>
    <p:bodyStyle>
      <a:lvl1pPr rtl="0" hangingPunct="0">
        <a:spcBef>
          <a:spcPts val="1417"/>
        </a:spcBef>
        <a:spcAft>
          <a:spcPts val="0"/>
        </a:spcAft>
        <a:tabLst/>
        <a:defRPr lang="en-US" sz="3200" b="0" i="0" u="none" strike="noStrike" kern="1200" cap="none">
          <a:ln>
            <a:noFill/>
          </a:ln>
          <a:highlight>
            <a:scrgbClr r="0" g="0" b="0">
              <a:alpha val="0"/>
            </a:scrgbClr>
          </a:highlight>
          <a:latin typeface="Liberation Sans" pitchFamily="18"/>
          <a:cs typeface="Nachlieli CLM" pitchFamily="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F4A833-5037-7DA0-2363-28924B27A8E9}"/>
              </a:ext>
            </a:extLst>
          </p:cNvPr>
          <p:cNvSpPr>
            <a:spLocks noGrp="1"/>
          </p:cNvSpPr>
          <p:nvPr>
            <p:ph type="title"/>
          </p:nvPr>
        </p:nvSpPr>
        <p:spPr>
          <a:xfrm>
            <a:off x="693738" y="403225"/>
            <a:ext cx="8693150" cy="1460500"/>
          </a:xfrm>
          <a:prstGeom prst="rect">
            <a:avLst/>
          </a:prstGeom>
        </p:spPr>
        <p:txBody>
          <a:bodyPr vert="horz" lIns="91440" tIns="45720" rIns="91440" bIns="45720" rtlCol="0" anchor="ctr">
            <a:normAutofit/>
          </a:bodyPr>
          <a:lstStyle/>
          <a:p>
            <a:r>
              <a:rPr lang="en-GB"/>
              <a:t>Click to edit Master title style</a:t>
            </a:r>
            <a:endParaRPr lang="he-IL"/>
          </a:p>
        </p:txBody>
      </p:sp>
      <p:sp>
        <p:nvSpPr>
          <p:cNvPr id="3" name="Text Placeholder 2">
            <a:extLst>
              <a:ext uri="{FF2B5EF4-FFF2-40B4-BE49-F238E27FC236}">
                <a16:creationId xmlns:a16="http://schemas.microsoft.com/office/drawing/2014/main" id="{AA45A1BC-88B8-F098-166D-72DD03DEA865}"/>
              </a:ext>
            </a:extLst>
          </p:cNvPr>
          <p:cNvSpPr>
            <a:spLocks noGrp="1"/>
          </p:cNvSpPr>
          <p:nvPr>
            <p:ph type="body" idx="1"/>
          </p:nvPr>
        </p:nvSpPr>
        <p:spPr>
          <a:xfrm>
            <a:off x="693738" y="2012950"/>
            <a:ext cx="8693150" cy="47958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4" name="Date Placeholder 3">
            <a:extLst>
              <a:ext uri="{FF2B5EF4-FFF2-40B4-BE49-F238E27FC236}">
                <a16:creationId xmlns:a16="http://schemas.microsoft.com/office/drawing/2014/main" id="{0227E1A4-F420-2E0C-68E0-81413B241936}"/>
              </a:ext>
            </a:extLst>
          </p:cNvPr>
          <p:cNvSpPr>
            <a:spLocks noGrp="1"/>
          </p:cNvSpPr>
          <p:nvPr>
            <p:ph type="dt" sz="half" idx="2"/>
          </p:nvPr>
        </p:nvSpPr>
        <p:spPr>
          <a:xfrm>
            <a:off x="693738" y="7007225"/>
            <a:ext cx="2266950" cy="401638"/>
          </a:xfrm>
          <a:prstGeom prst="rect">
            <a:avLst/>
          </a:prstGeom>
        </p:spPr>
        <p:txBody>
          <a:bodyPr vert="horz" lIns="91440" tIns="45720" rIns="91440" bIns="45720" rtlCol="0" anchor="ctr"/>
          <a:lstStyle>
            <a:lvl1pPr algn="r">
              <a:defRPr sz="1200">
                <a:solidFill>
                  <a:schemeClr val="tx1">
                    <a:tint val="82000"/>
                  </a:schemeClr>
                </a:solidFill>
              </a:defRPr>
            </a:lvl1pPr>
          </a:lstStyle>
          <a:p>
            <a:fld id="{29A83D2B-B9AB-4956-A225-130D95E393BD}" type="datetimeFigureOut">
              <a:rPr lang="he-IL" smtClean="0"/>
              <a:t>כ"ב/טבת/תשפ"ו</a:t>
            </a:fld>
            <a:endParaRPr lang="he-IL"/>
          </a:p>
        </p:txBody>
      </p:sp>
      <p:sp>
        <p:nvSpPr>
          <p:cNvPr id="5" name="Footer Placeholder 4">
            <a:extLst>
              <a:ext uri="{FF2B5EF4-FFF2-40B4-BE49-F238E27FC236}">
                <a16:creationId xmlns:a16="http://schemas.microsoft.com/office/drawing/2014/main" id="{7F2DB240-82CF-489F-56FF-2BC493EBDDEF}"/>
              </a:ext>
            </a:extLst>
          </p:cNvPr>
          <p:cNvSpPr>
            <a:spLocks noGrp="1"/>
          </p:cNvSpPr>
          <p:nvPr>
            <p:ph type="ftr" sz="quarter" idx="3"/>
          </p:nvPr>
        </p:nvSpPr>
        <p:spPr>
          <a:xfrm>
            <a:off x="3338513" y="7007225"/>
            <a:ext cx="3403600" cy="40163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e-IL"/>
          </a:p>
        </p:txBody>
      </p:sp>
      <p:sp>
        <p:nvSpPr>
          <p:cNvPr id="6" name="Slide Number Placeholder 5">
            <a:extLst>
              <a:ext uri="{FF2B5EF4-FFF2-40B4-BE49-F238E27FC236}">
                <a16:creationId xmlns:a16="http://schemas.microsoft.com/office/drawing/2014/main" id="{9B946034-73BE-9022-FF2B-C1500A6A9B45}"/>
              </a:ext>
            </a:extLst>
          </p:cNvPr>
          <p:cNvSpPr>
            <a:spLocks noGrp="1"/>
          </p:cNvSpPr>
          <p:nvPr>
            <p:ph type="sldNum" sz="quarter" idx="4"/>
          </p:nvPr>
        </p:nvSpPr>
        <p:spPr>
          <a:xfrm>
            <a:off x="7119938" y="7007225"/>
            <a:ext cx="2266950" cy="401638"/>
          </a:xfrm>
          <a:prstGeom prst="rect">
            <a:avLst/>
          </a:prstGeom>
        </p:spPr>
        <p:txBody>
          <a:bodyPr vert="horz" lIns="91440" tIns="45720" rIns="91440" bIns="45720" rtlCol="0" anchor="ctr"/>
          <a:lstStyle>
            <a:lvl1pPr algn="l">
              <a:defRPr sz="1200">
                <a:solidFill>
                  <a:schemeClr val="tx1">
                    <a:tint val="82000"/>
                  </a:schemeClr>
                </a:solidFill>
              </a:defRPr>
            </a:lvl1pPr>
          </a:lstStyle>
          <a:p>
            <a:fld id="{A58519D9-48C6-40A1-A94B-C8921768493C}" type="slidenum">
              <a:t>‹#›</a:t>
            </a:fld>
            <a:endParaRPr lang="he-IL"/>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672727-838B-1752-94FE-A1F824024A07}"/>
              </a:ext>
            </a:extLst>
          </p:cNvPr>
          <p:cNvSpPr>
            <a:spLocks noGrp="1"/>
          </p:cNvSpPr>
          <p:nvPr>
            <p:ph type="title"/>
          </p:nvPr>
        </p:nvSpPr>
        <p:spPr>
          <a:xfrm>
            <a:off x="693738" y="403225"/>
            <a:ext cx="8693150" cy="1460500"/>
          </a:xfrm>
          <a:prstGeom prst="rect">
            <a:avLst/>
          </a:prstGeom>
        </p:spPr>
        <p:txBody>
          <a:bodyPr vert="horz" lIns="91440" tIns="45720" rIns="91440" bIns="45720" rtlCol="0" anchor="ctr">
            <a:normAutofit/>
          </a:bodyPr>
          <a:lstStyle/>
          <a:p>
            <a:r>
              <a:rPr lang="en-GB"/>
              <a:t>Click to edit Master title style</a:t>
            </a:r>
            <a:endParaRPr lang="he-IL"/>
          </a:p>
        </p:txBody>
      </p:sp>
      <p:sp>
        <p:nvSpPr>
          <p:cNvPr id="3" name="Text Placeholder 2">
            <a:extLst>
              <a:ext uri="{FF2B5EF4-FFF2-40B4-BE49-F238E27FC236}">
                <a16:creationId xmlns:a16="http://schemas.microsoft.com/office/drawing/2014/main" id="{0B0384E1-9E27-3C8D-F525-4D1E86D660BD}"/>
              </a:ext>
            </a:extLst>
          </p:cNvPr>
          <p:cNvSpPr>
            <a:spLocks noGrp="1"/>
          </p:cNvSpPr>
          <p:nvPr>
            <p:ph type="body" idx="1"/>
          </p:nvPr>
        </p:nvSpPr>
        <p:spPr>
          <a:xfrm>
            <a:off x="693738" y="2012950"/>
            <a:ext cx="8693150" cy="47958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he-IL"/>
          </a:p>
        </p:txBody>
      </p:sp>
      <p:sp>
        <p:nvSpPr>
          <p:cNvPr id="4" name="Date Placeholder 3">
            <a:extLst>
              <a:ext uri="{FF2B5EF4-FFF2-40B4-BE49-F238E27FC236}">
                <a16:creationId xmlns:a16="http://schemas.microsoft.com/office/drawing/2014/main" id="{7C6DE84D-3F4D-7CC7-4AA7-2BFCE8833FD2}"/>
              </a:ext>
            </a:extLst>
          </p:cNvPr>
          <p:cNvSpPr>
            <a:spLocks noGrp="1"/>
          </p:cNvSpPr>
          <p:nvPr>
            <p:ph type="dt" sz="half" idx="2"/>
          </p:nvPr>
        </p:nvSpPr>
        <p:spPr>
          <a:xfrm>
            <a:off x="693738" y="7007225"/>
            <a:ext cx="2266950" cy="401638"/>
          </a:xfrm>
          <a:prstGeom prst="rect">
            <a:avLst/>
          </a:prstGeom>
        </p:spPr>
        <p:txBody>
          <a:bodyPr vert="horz" lIns="91440" tIns="45720" rIns="91440" bIns="45720" rtlCol="0" anchor="ctr"/>
          <a:lstStyle>
            <a:lvl1pPr algn="r">
              <a:defRPr sz="1200">
                <a:solidFill>
                  <a:schemeClr val="tx1">
                    <a:tint val="82000"/>
                  </a:schemeClr>
                </a:solidFill>
              </a:defRPr>
            </a:lvl1pPr>
          </a:lstStyle>
          <a:p>
            <a:fld id="{E0A3C721-250A-4014-B38C-7F65BC7718A4}" type="datetimeFigureOut">
              <a:rPr lang="he-IL" smtClean="0"/>
              <a:t>כ"ב/טבת/תשפ"ו</a:t>
            </a:fld>
            <a:endParaRPr lang="he-IL"/>
          </a:p>
        </p:txBody>
      </p:sp>
      <p:sp>
        <p:nvSpPr>
          <p:cNvPr id="5" name="Footer Placeholder 4">
            <a:extLst>
              <a:ext uri="{FF2B5EF4-FFF2-40B4-BE49-F238E27FC236}">
                <a16:creationId xmlns:a16="http://schemas.microsoft.com/office/drawing/2014/main" id="{826E8A77-837B-0394-F3BE-B10B28C9AB29}"/>
              </a:ext>
            </a:extLst>
          </p:cNvPr>
          <p:cNvSpPr>
            <a:spLocks noGrp="1"/>
          </p:cNvSpPr>
          <p:nvPr>
            <p:ph type="ftr" sz="quarter" idx="3"/>
          </p:nvPr>
        </p:nvSpPr>
        <p:spPr>
          <a:xfrm>
            <a:off x="3338513" y="7007225"/>
            <a:ext cx="3403600" cy="40163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e-IL"/>
          </a:p>
        </p:txBody>
      </p:sp>
      <p:sp>
        <p:nvSpPr>
          <p:cNvPr id="6" name="Slide Number Placeholder 5">
            <a:extLst>
              <a:ext uri="{FF2B5EF4-FFF2-40B4-BE49-F238E27FC236}">
                <a16:creationId xmlns:a16="http://schemas.microsoft.com/office/drawing/2014/main" id="{601AF0A9-EF97-218E-C08D-66C605416D6B}"/>
              </a:ext>
            </a:extLst>
          </p:cNvPr>
          <p:cNvSpPr>
            <a:spLocks noGrp="1"/>
          </p:cNvSpPr>
          <p:nvPr>
            <p:ph type="sldNum" sz="quarter" idx="4"/>
          </p:nvPr>
        </p:nvSpPr>
        <p:spPr>
          <a:xfrm>
            <a:off x="7119938" y="7007225"/>
            <a:ext cx="2266950" cy="401638"/>
          </a:xfrm>
          <a:prstGeom prst="rect">
            <a:avLst/>
          </a:prstGeom>
        </p:spPr>
        <p:txBody>
          <a:bodyPr vert="horz" lIns="91440" tIns="45720" rIns="91440" bIns="45720" rtlCol="0" anchor="ctr"/>
          <a:lstStyle>
            <a:lvl1pPr algn="l">
              <a:defRPr sz="1200">
                <a:solidFill>
                  <a:schemeClr val="tx1">
                    <a:tint val="82000"/>
                  </a:schemeClr>
                </a:solidFill>
              </a:defRPr>
            </a:lvl1pPr>
          </a:lstStyle>
          <a:p>
            <a:fld id="{B094B52C-65A6-409B-999D-F2DE03FA8944}" type="slidenum">
              <a:t>‹#›</a:t>
            </a:fld>
            <a:endParaRPr lang="he-IL"/>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9.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ricRach/final-project/"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hyperlink" Target="https://en.wikipedia.org/wiki/Strongly_connected_component" TargetMode="External"/><Relationship Id="rId4" Type="http://schemas.openxmlformats.org/officeDocument/2006/relationships/image" Target="../media/image10.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hyperlink" Target="https://doi.org/10.1145/2492002.2482574"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93E5E-0187-AB78-FAB1-4A14284FB829}"/>
              </a:ext>
            </a:extLst>
          </p:cNvPr>
          <p:cNvSpPr txBox="1">
            <a:spLocks noGrp="1"/>
          </p:cNvSpPr>
          <p:nvPr>
            <p:ph type="title" idx="4294967295"/>
          </p:nvPr>
        </p:nvSpPr>
        <p:spPr>
          <a:xfrm>
            <a:off x="529560" y="274320"/>
            <a:ext cx="9071640" cy="3017520"/>
          </a:xfrm>
        </p:spPr>
        <p:txBody>
          <a:bodyPr vert="horz"/>
          <a:lstStyle/>
          <a:p>
            <a:pPr lvl="0" rtl="1"/>
            <a:r>
              <a:rPr lang="he-IL" sz="8000" b="1">
                <a:solidFill>
                  <a:srgbClr val="0000FF"/>
                </a:solidFill>
                <a:latin typeface="Liberation Sans" pitchFamily="34"/>
                <a:cs typeface="Liberation Sans" pitchFamily="34"/>
              </a:rPr>
              <a:t>אלגוריתמי החלפה</a:t>
            </a:r>
            <a:br>
              <a:rPr lang="en-US" sz="8000" b="1">
                <a:latin typeface="Liberation Sans" pitchFamily="34"/>
                <a:cs typeface="Liberation Sans" pitchFamily="34"/>
              </a:rPr>
            </a:br>
            <a:br>
              <a:rPr lang="en-US" sz="4000" b="1">
                <a:latin typeface="Liberation Sans" pitchFamily="34"/>
                <a:cs typeface="Liberation Sans" pitchFamily="34"/>
              </a:rPr>
            </a:br>
            <a:r>
              <a:rPr lang="he-IL" sz="4000" b="1">
                <a:latin typeface="Liberation Sans" pitchFamily="34"/>
                <a:cs typeface="Liberation Sans" pitchFamily="34"/>
              </a:rPr>
              <a:t>אראל סגל-הלוי</a:t>
            </a:r>
            <a:br>
              <a:rPr lang="en-US" sz="4000" b="1">
                <a:latin typeface="Liberation Sans" pitchFamily="34"/>
                <a:cs typeface="Liberation Sans" pitchFamily="34"/>
              </a:rPr>
            </a:br>
            <a:r>
              <a:rPr lang="he-IL" sz="4000" b="1">
                <a:latin typeface="Liberation Sans" pitchFamily="34"/>
                <a:cs typeface="Liberation Sans" pitchFamily="34"/>
              </a:rPr>
              <a:t>חלק מהשקפים של: </a:t>
            </a:r>
            <a:r>
              <a:rPr lang="en-US" sz="4000" b="1">
                <a:latin typeface="Liberation Sans" pitchFamily="34"/>
                <a:cs typeface="Liberation Sans" pitchFamily="34"/>
              </a:rPr>
              <a:t>Wayne Racey</a:t>
            </a:r>
          </a:p>
        </p:txBody>
      </p:sp>
      <p:pic>
        <p:nvPicPr>
          <p:cNvPr id="3" name="Picture 2">
            <a:extLst>
              <a:ext uri="{FF2B5EF4-FFF2-40B4-BE49-F238E27FC236}">
                <a16:creationId xmlns:a16="http://schemas.microsoft.com/office/drawing/2014/main" id="{4EA91DA0-B514-7B30-8E27-8F9132185C6A}"/>
              </a:ext>
            </a:extLst>
          </p:cNvPr>
          <p:cNvPicPr>
            <a:picLocks noChangeAspect="1"/>
          </p:cNvPicPr>
          <p:nvPr/>
        </p:nvPicPr>
        <p:blipFill>
          <a:blip r:embed="rId3">
            <a:lum/>
            <a:alphaModFix/>
          </a:blip>
          <a:srcRect/>
          <a:stretch>
            <a:fillRect/>
          </a:stretch>
        </p:blipFill>
        <p:spPr>
          <a:xfrm>
            <a:off x="2239200" y="3291839"/>
            <a:ext cx="6081840" cy="3840479"/>
          </a:xfrm>
          <a:prstGeom prst="rect">
            <a:avLst/>
          </a:prstGeom>
          <a:noFill/>
          <a:ln>
            <a:noFill/>
          </a:ln>
        </p:spPr>
      </p:pic>
      <p:sp>
        <p:nvSpPr>
          <p:cNvPr id="4" name="TextBox 3">
            <a:extLst>
              <a:ext uri="{FF2B5EF4-FFF2-40B4-BE49-F238E27FC236}">
                <a16:creationId xmlns:a16="http://schemas.microsoft.com/office/drawing/2014/main" id="{39050433-D506-91E7-980A-BFB1705F03E9}"/>
              </a:ext>
            </a:extLst>
          </p:cNvPr>
          <p:cNvSpPr txBox="1"/>
          <p:nvPr/>
        </p:nvSpPr>
        <p:spPr>
          <a:xfrm>
            <a:off x="548640" y="7223760"/>
            <a:ext cx="9326880" cy="365760"/>
          </a:xfrm>
          <a:prstGeom prst="rect">
            <a:avLst/>
          </a:prstGeom>
          <a:noFill/>
          <a:ln>
            <a:noFill/>
          </a:ln>
        </p:spPr>
        <p:txBody>
          <a:bodyPr vert="horz" wrap="none" lIns="90000" tIns="45000" rIns="90000" bIns="45000" anchorCtr="0" compatLnSpc="0"/>
          <a:lstStyle/>
          <a:p>
            <a:pPr marL="0" marR="0" lvl="0" indent="0" algn="ctr" rtl="0" hangingPunct="0">
              <a:lnSpc>
                <a:spcPct val="100000"/>
              </a:lnSpc>
              <a:spcBef>
                <a:spcPts val="0"/>
              </a:spcBef>
              <a:spcAft>
                <a:spcPts val="0"/>
              </a:spcAft>
              <a:buNone/>
              <a:tabLst/>
            </a:pPr>
            <a:r>
              <a:rPr lang="en-US" sz="1600" b="0" i="0" u="none" strike="noStrike" kern="1200" cap="none">
                <a:ln>
                  <a:noFill/>
                </a:ln>
                <a:latin typeface="Liberation Sans" pitchFamily="18"/>
                <a:ea typeface="Noto Sans CJK SC Regular" pitchFamily="2"/>
                <a:cs typeface="Nachlieli CLM" pitchFamily="2"/>
              </a:rPr>
              <a:t>https://www.dreamstime.com/stock-illustration-d-house-exchange-concept-render-image54529459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page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24A8F-9159-5931-F482-0392B4B251A9}"/>
              </a:ext>
            </a:extLst>
          </p:cNvPr>
          <p:cNvSpPr txBox="1">
            <a:spLocks noGrp="1"/>
          </p:cNvSpPr>
          <p:nvPr>
            <p:ph type="title" idx="4294967295"/>
          </p:nvPr>
        </p:nvSpPr>
        <p:spPr>
          <a:xfrm>
            <a:off x="503280" y="250920"/>
            <a:ext cx="8734319" cy="1008359"/>
          </a:xfrm>
        </p:spPr>
        <p:txBody>
          <a:bodyPr vert="horz"/>
          <a:lstStyle/>
          <a:p>
            <a:pPr lvl="0"/>
            <a:r>
              <a:rPr lang="he-IL" sz="5400" b="1">
                <a:latin typeface="Liberation Sans" pitchFamily="34"/>
                <a:cs typeface="Liberation Sans" pitchFamily="34"/>
              </a:rPr>
              <a:t>החלפה</a:t>
            </a:r>
          </a:p>
        </p:txBody>
      </p:sp>
      <p:sp>
        <p:nvSpPr>
          <p:cNvPr id="3" name="Text Placeholder 2">
            <a:extLst>
              <a:ext uri="{FF2B5EF4-FFF2-40B4-BE49-F238E27FC236}">
                <a16:creationId xmlns:a16="http://schemas.microsoft.com/office/drawing/2014/main" id="{073D4227-801A-1264-9BE9-B36996993F9E}"/>
              </a:ext>
            </a:extLst>
          </p:cNvPr>
          <p:cNvSpPr txBox="1">
            <a:spLocks noGrp="1"/>
          </p:cNvSpPr>
          <p:nvPr>
            <p:ph type="body" idx="4294967295"/>
          </p:nvPr>
        </p:nvSpPr>
        <p:spPr>
          <a:xfrm>
            <a:off x="365760" y="1504800"/>
            <a:ext cx="9418320" cy="4987440"/>
          </a:xfrm>
        </p:spPr>
        <p:txBody>
          <a:bodyPr vert="horz">
            <a:noAutofit/>
          </a:bodyPr>
          <a:lstStyle/>
          <a:p>
            <a:pPr lvl="0" algn="r" rtl="1"/>
            <a:r>
              <a:rPr lang="he-IL" sz="4000">
                <a:solidFill>
                  <a:srgbClr val="009900"/>
                </a:solidFill>
                <a:latin typeface="Liberation Sans" pitchFamily="34"/>
                <a:cs typeface="Liberation Sans" pitchFamily="34"/>
              </a:rPr>
              <a:t>דוגמאות:</a:t>
            </a:r>
          </a:p>
          <a:p>
            <a:pPr lvl="0" algn="r" rtl="1"/>
            <a:r>
              <a:rPr lang="he-IL" sz="4000">
                <a:solidFill>
                  <a:srgbClr val="009900"/>
                </a:solidFill>
                <a:latin typeface="Liberation Sans" pitchFamily="34"/>
                <a:cs typeface="Liberation Sans" pitchFamily="34"/>
              </a:rPr>
              <a:t>א. החלפת בתים לנופש;</a:t>
            </a:r>
          </a:p>
          <a:p>
            <a:pPr lvl="0" algn="r" rtl="1"/>
            <a:r>
              <a:rPr lang="he-IL" sz="4000">
                <a:solidFill>
                  <a:srgbClr val="009900"/>
                </a:solidFill>
                <a:latin typeface="Liberation Sans" pitchFamily="34"/>
                <a:cs typeface="Liberation Sans" pitchFamily="34"/>
              </a:rPr>
              <a:t>ב. החלפת תורניות בין עובדים;</a:t>
            </a:r>
          </a:p>
          <a:p>
            <a:pPr lvl="0" algn="r" rtl="1"/>
            <a:r>
              <a:rPr lang="he-IL" sz="4000">
                <a:solidFill>
                  <a:srgbClr val="009900"/>
                </a:solidFill>
                <a:latin typeface="Liberation Sans" pitchFamily="34"/>
                <a:cs typeface="Liberation Sans" pitchFamily="34"/>
              </a:rPr>
              <a:t>ג. החלפת חדרים בין סטודנטים במעונות.</a:t>
            </a:r>
          </a:p>
          <a:p>
            <a:pPr lvl="0" algn="r" rtl="1"/>
            <a:endParaRPr lang="en-US" sz="4000">
              <a:latin typeface="Liberation Sans" pitchFamily="34"/>
              <a:cs typeface="Liberation Sans" pitchFamily="34"/>
            </a:endParaRPr>
          </a:p>
          <a:p>
            <a:pPr lvl="0" algn="r" rtl="1"/>
            <a:r>
              <a:rPr lang="he-IL" sz="4000">
                <a:solidFill>
                  <a:srgbClr val="0000CC"/>
                </a:solidFill>
                <a:latin typeface="Liberation Sans" pitchFamily="34"/>
                <a:cs typeface="Liberation Sans" pitchFamily="34"/>
              </a:rPr>
              <a:t>למה לא להריץ אלגוריתם לחלוקה הוגנת?</a:t>
            </a:r>
          </a:p>
          <a:p>
            <a:pPr lvl="0" algn="r" rtl="1"/>
            <a:r>
              <a:rPr lang="en-US" sz="4000">
                <a:solidFill>
                  <a:srgbClr val="0000CC"/>
                </a:solidFill>
                <a:latin typeface="Liberation Sans" pitchFamily="34"/>
                <a:cs typeface="Liberation Sans" pitchFamily="34"/>
              </a:rPr>
              <a:t>- כי סטודנטים שכבר יש להם חדרים</a:t>
            </a:r>
            <a:br>
              <a:rPr lang="en-US" sz="4000">
                <a:solidFill>
                  <a:srgbClr val="0000CC"/>
                </a:solidFill>
                <a:latin typeface="Liberation Sans" pitchFamily="34"/>
                <a:cs typeface="Liberation Sans" pitchFamily="34"/>
              </a:rPr>
            </a:br>
            <a:r>
              <a:rPr lang="he-IL" sz="4000">
                <a:solidFill>
                  <a:srgbClr val="0000CC"/>
                </a:solidFill>
                <a:latin typeface="Liberation Sans" pitchFamily="34"/>
                <a:cs typeface="Liberation Sans" pitchFamily="34"/>
              </a:rPr>
              <a:t>יחששו להפסיד ויעדיפו לא להשתתף.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entr"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Class="entr"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name="page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74662-DB23-DE04-0A26-775DD4EA2A98}"/>
              </a:ext>
            </a:extLst>
          </p:cNvPr>
          <p:cNvSpPr txBox="1">
            <a:spLocks noGrp="1"/>
          </p:cNvSpPr>
          <p:nvPr>
            <p:ph type="title" idx="4294967295"/>
          </p:nvPr>
        </p:nvSpPr>
        <p:spPr>
          <a:xfrm>
            <a:off x="503280" y="250920"/>
            <a:ext cx="8734319" cy="1008359"/>
          </a:xfrm>
        </p:spPr>
        <p:txBody>
          <a:bodyPr vert="horz"/>
          <a:lstStyle/>
          <a:p>
            <a:pPr lvl="0" rtl="1"/>
            <a:r>
              <a:rPr lang="he-IL" sz="4800" b="1">
                <a:latin typeface="Liberation Sans" pitchFamily="34"/>
                <a:cs typeface="Liberation Sans" pitchFamily="34"/>
              </a:rPr>
              <a:t>עידוד השתתפות</a:t>
            </a:r>
          </a:p>
        </p:txBody>
      </p:sp>
      <p:sp>
        <p:nvSpPr>
          <p:cNvPr id="3" name="Title 2">
            <a:extLst>
              <a:ext uri="{FF2B5EF4-FFF2-40B4-BE49-F238E27FC236}">
                <a16:creationId xmlns:a16="http://schemas.microsoft.com/office/drawing/2014/main" id="{09A4B76F-27CD-29B0-614E-A74353ECF081}"/>
              </a:ext>
            </a:extLst>
          </p:cNvPr>
          <p:cNvSpPr txBox="1">
            <a:spLocks noGrp="1"/>
          </p:cNvSpPr>
          <p:nvPr>
            <p:ph type="title" idx="4294967295"/>
          </p:nvPr>
        </p:nvSpPr>
        <p:spPr>
          <a:xfrm>
            <a:off x="126000" y="1578960"/>
            <a:ext cx="9749519" cy="5670360"/>
          </a:xfrm>
        </p:spPr>
        <p:txBody>
          <a:bodyPr vert="horz" anchor="t"/>
          <a:lstStyle/>
          <a:p>
            <a:pPr lvl="0" algn="r" rtl="1"/>
            <a:r>
              <a:rPr lang="he-IL" sz="4000" b="1">
                <a:solidFill>
                  <a:srgbClr val="0000FF"/>
                </a:solidFill>
                <a:latin typeface="Liberation Sans" pitchFamily="34"/>
                <a:cs typeface="Liberation Sans" pitchFamily="34"/>
              </a:rPr>
              <a:t>הגדרה</a:t>
            </a:r>
            <a:r>
              <a:rPr lang="en-US" sz="4000">
                <a:solidFill>
                  <a:srgbClr val="0000FF"/>
                </a:solidFill>
                <a:latin typeface="Liberation Sans" pitchFamily="34"/>
                <a:cs typeface="Liberation Sans" pitchFamily="34"/>
              </a:rPr>
              <a:t>: אלגוריתם הוא </a:t>
            </a:r>
            <a:r>
              <a:rPr lang="he-IL" sz="4000" i="1">
                <a:solidFill>
                  <a:srgbClr val="0000FF"/>
                </a:solidFill>
                <a:latin typeface="Liberation Sans" pitchFamily="34"/>
                <a:cs typeface="Liberation Sans" pitchFamily="34"/>
              </a:rPr>
              <a:t>מעודד השתתפות</a:t>
            </a:r>
            <a:br>
              <a:rPr lang="en-US" sz="4000">
                <a:solidFill>
                  <a:srgbClr val="0000FF"/>
                </a:solidFill>
                <a:latin typeface="Liberation Sans" pitchFamily="34"/>
                <a:cs typeface="Liberation Sans" pitchFamily="34"/>
              </a:rPr>
            </a:br>
            <a:r>
              <a:rPr lang="he-IL" sz="4000">
                <a:solidFill>
                  <a:srgbClr val="0000FF"/>
                </a:solidFill>
                <a:latin typeface="Liberation Sans" pitchFamily="34"/>
                <a:cs typeface="Liberation Sans" pitchFamily="34"/>
              </a:rPr>
              <a:t>(</a:t>
            </a:r>
            <a:r>
              <a:rPr lang="en-US" sz="4000">
                <a:solidFill>
                  <a:srgbClr val="0000FF"/>
                </a:solidFill>
                <a:latin typeface="Liberation Sans" pitchFamily="34"/>
                <a:cs typeface="Liberation Sans" pitchFamily="34"/>
              </a:rPr>
              <a:t>individually rational</a:t>
            </a:r>
            <a:r>
              <a:rPr lang="he-IL" sz="4000">
                <a:solidFill>
                  <a:srgbClr val="0000FF"/>
                </a:solidFill>
                <a:latin typeface="Liberation Sans" pitchFamily="34"/>
                <a:cs typeface="Liberation Sans" pitchFamily="34"/>
              </a:rPr>
              <a:t> - </a:t>
            </a:r>
            <a:r>
              <a:rPr lang="he-IL" sz="4000" i="1">
                <a:solidFill>
                  <a:srgbClr val="0000FF"/>
                </a:solidFill>
                <a:latin typeface="Liberation Sans" pitchFamily="34"/>
                <a:cs typeface="Liberation Sans" pitchFamily="34"/>
              </a:rPr>
              <a:t>רציונלי ליחידים</a:t>
            </a:r>
            <a:r>
              <a:rPr lang="he-IL" sz="4000">
                <a:solidFill>
                  <a:srgbClr val="0000FF"/>
                </a:solidFill>
                <a:latin typeface="Liberation Sans" pitchFamily="34"/>
                <a:cs typeface="Liberation Sans" pitchFamily="34"/>
              </a:rPr>
              <a:t>), </a:t>
            </a:r>
            <a:r>
              <a:rPr lang="en-US" sz="4000">
                <a:solidFill>
                  <a:srgbClr val="0000FF"/>
                </a:solidFill>
                <a:latin typeface="Liberation Sans" pitchFamily="34"/>
                <a:cs typeface="Liberation Sans" pitchFamily="34"/>
              </a:rPr>
              <a:t>אם מצבו של כל משתתף לאחר הביצוע</a:t>
            </a:r>
            <a:r>
              <a:rPr lang="he-IL" sz="4000">
                <a:solidFill>
                  <a:srgbClr val="0000FF"/>
                </a:solidFill>
                <a:latin typeface="Liberation Sans" pitchFamily="34"/>
                <a:cs typeface="Liberation Sans" pitchFamily="34"/>
              </a:rPr>
              <a:t>, </a:t>
            </a:r>
            <a:r>
              <a:rPr lang="en-US" sz="4000">
                <a:solidFill>
                  <a:srgbClr val="0000FF"/>
                </a:solidFill>
                <a:latin typeface="Liberation Sans" pitchFamily="34"/>
                <a:cs typeface="Liberation Sans" pitchFamily="34"/>
              </a:rPr>
              <a:t>טוב לפחות כמו מצבו לפני הביצוע.</a:t>
            </a:r>
            <a:br>
              <a:rPr lang="en-US" sz="4000">
                <a:solidFill>
                  <a:srgbClr val="0000FF"/>
                </a:solidFill>
                <a:latin typeface="Liberation Sans" pitchFamily="34"/>
                <a:cs typeface="Liberation Sans" pitchFamily="34"/>
              </a:rPr>
            </a:br>
            <a:br>
              <a:rPr lang="en-US" sz="4000">
                <a:solidFill>
                  <a:srgbClr val="0000FF"/>
                </a:solidFill>
                <a:latin typeface="Liberation Sans" pitchFamily="34"/>
                <a:cs typeface="Liberation Sans" pitchFamily="34"/>
              </a:rPr>
            </a:br>
            <a:r>
              <a:rPr lang="he-IL" sz="4000" b="1">
                <a:solidFill>
                  <a:srgbClr val="6600CC"/>
                </a:solidFill>
                <a:latin typeface="Liberation Sans" pitchFamily="34"/>
                <a:cs typeface="Liberation Sans" pitchFamily="34"/>
              </a:rPr>
              <a:t>שאלה</a:t>
            </a:r>
            <a:r>
              <a:rPr lang="he-IL" sz="4000">
                <a:solidFill>
                  <a:srgbClr val="6600CC"/>
                </a:solidFill>
                <a:latin typeface="Liberation Sans" pitchFamily="34"/>
                <a:cs typeface="Liberation Sans" pitchFamily="34"/>
              </a:rPr>
              <a:t>: </a:t>
            </a:r>
            <a:r>
              <a:rPr lang="en-US" sz="4000">
                <a:solidFill>
                  <a:srgbClr val="6600CC"/>
                </a:solidFill>
                <a:latin typeface="Liberation Sans" pitchFamily="34"/>
                <a:cs typeface="Liberation Sans" pitchFamily="34"/>
              </a:rPr>
              <a:t>האם קיים אלגוריתם החלפה שהוא </a:t>
            </a:r>
            <a:r>
              <a:rPr lang="he-IL" sz="4000" i="1">
                <a:solidFill>
                  <a:srgbClr val="6600CC"/>
                </a:solidFill>
                <a:latin typeface="Liberation Sans" pitchFamily="34"/>
                <a:cs typeface="Liberation Sans" pitchFamily="34"/>
              </a:rPr>
              <a:t>מעודד השתתפות, יעיל-פארטו, ומגלה-אמת?</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entr" fill="hold" grpId="1"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build="p"/>
    </p:bldLst>
  </p:timing>
</p:sld>
</file>

<file path=ppt/slides/slide4.xml><?xml version="1.0" encoding="utf-8"?>
<p:sld xmlns:a="http://schemas.openxmlformats.org/drawingml/2006/main" xmlns:r="http://schemas.openxmlformats.org/officeDocument/2006/relationships" xmlns:p="http://schemas.openxmlformats.org/presentationml/2006/main">
  <p:cSld name="page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1A5CB-0343-DC76-2AC5-8619EAB92A7F}"/>
              </a:ext>
            </a:extLst>
          </p:cNvPr>
          <p:cNvSpPr txBox="1">
            <a:spLocks noGrp="1"/>
          </p:cNvSpPr>
          <p:nvPr>
            <p:ph type="title" idx="4294967295"/>
          </p:nvPr>
        </p:nvSpPr>
        <p:spPr>
          <a:xfrm>
            <a:off x="-91440" y="29880"/>
            <a:ext cx="10241279" cy="1250280"/>
          </a:xfrm>
        </p:spPr>
        <p:txBody>
          <a:bodyPr vert="horz"/>
          <a:lstStyle/>
          <a:p>
            <a:pPr lvl="0" rtl="1"/>
            <a:r>
              <a:rPr lang="he-IL" b="1">
                <a:latin typeface="Liberation Sans" pitchFamily="34"/>
                <a:cs typeface="Liberation Sans" pitchFamily="34"/>
              </a:rPr>
              <a:t>יציבות – "עידוד השתתפות" קבוצתי</a:t>
            </a:r>
          </a:p>
        </p:txBody>
      </p:sp>
      <p:sp>
        <p:nvSpPr>
          <p:cNvPr id="3" name="TextBox 2">
            <a:extLst>
              <a:ext uri="{FF2B5EF4-FFF2-40B4-BE49-F238E27FC236}">
                <a16:creationId xmlns:a16="http://schemas.microsoft.com/office/drawing/2014/main" id="{33DC7713-9E62-E552-4644-53160E19AAD9}"/>
              </a:ext>
            </a:extLst>
          </p:cNvPr>
          <p:cNvSpPr txBox="1"/>
          <p:nvPr/>
        </p:nvSpPr>
        <p:spPr>
          <a:xfrm>
            <a:off x="95250" y="1134720"/>
            <a:ext cx="9984749" cy="4809607"/>
          </a:xfrm>
          <a:prstGeom prst="rect">
            <a:avLst/>
          </a:prstGeom>
          <a:noFill/>
          <a:ln>
            <a:noFill/>
          </a:ln>
        </p:spPr>
        <p:txBody>
          <a:bodyPr vert="horz" wrap="square" lIns="90000" tIns="45000" rIns="90000" bIns="45000" anchorCtr="0" compatLnSpc="0">
            <a:spAutoFit/>
          </a:bodyPr>
          <a:lstStyle/>
          <a:p>
            <a:pPr marL="0" marR="0" lvl="0" indent="0" algn="r" rtl="1" hangingPunct="0">
              <a:lnSpc>
                <a:spcPct val="100000"/>
              </a:lnSpc>
              <a:spcBef>
                <a:spcPts val="0"/>
              </a:spcBef>
              <a:spcAft>
                <a:spcPts val="0"/>
              </a:spcAft>
              <a:buNone/>
              <a:tabLst/>
            </a:pPr>
            <a:r>
              <a:rPr lang="he-IL" sz="4000" b="0" i="1" u="none" strike="noStrike" kern="1200" cap="none">
                <a:ln>
                  <a:noFill/>
                </a:ln>
                <a:solidFill>
                  <a:srgbClr val="0000CC"/>
                </a:solidFill>
                <a:latin typeface="Liberation Sans" pitchFamily="34"/>
                <a:ea typeface="Noto Sans CJK SC Regular" pitchFamily="2"/>
                <a:cs typeface="Liberation Sans" pitchFamily="34"/>
              </a:rPr>
              <a:t>הגדרות</a:t>
            </a:r>
            <a:r>
              <a:rPr lang="en-US" sz="4000" b="0" i="0" u="none" strike="noStrike" kern="1200" cap="none">
                <a:ln>
                  <a:noFill/>
                </a:ln>
                <a:solidFill>
                  <a:srgbClr val="0000CC"/>
                </a:solidFill>
                <a:latin typeface="Liberation Sans" pitchFamily="34"/>
                <a:ea typeface="Noto Sans CJK SC Regular" pitchFamily="2"/>
                <a:cs typeface="Liberation Sans" pitchFamily="34"/>
              </a:rPr>
              <a:t>:</a:t>
            </a:r>
          </a:p>
          <a:p>
            <a:pPr marL="571500" marR="0" lvl="0" indent="-571500" algn="r" rtl="1" hangingPunct="0">
              <a:lnSpc>
                <a:spcPct val="100000"/>
              </a:lnSpc>
              <a:spcBef>
                <a:spcPts val="0"/>
              </a:spcBef>
              <a:spcAft>
                <a:spcPts val="0"/>
              </a:spcAft>
              <a:buSzPct val="45000"/>
              <a:buFont typeface="Arial" panose="020B0604020202020204" pitchFamily="34" charset="0"/>
              <a:buChar char="•"/>
              <a:tabLst/>
            </a:pPr>
            <a:r>
              <a:rPr lang="he-IL" sz="4000" b="1" i="0" u="none" strike="noStrike" kern="1200" cap="none">
                <a:ln>
                  <a:noFill/>
                </a:ln>
                <a:solidFill>
                  <a:srgbClr val="0000CC"/>
                </a:solidFill>
                <a:latin typeface="Liberation Sans" pitchFamily="34"/>
                <a:ea typeface="Noto Sans CJK SC Regular" pitchFamily="2"/>
                <a:cs typeface="Liberation Sans" pitchFamily="34"/>
              </a:rPr>
              <a:t>קואליציה מערערת</a:t>
            </a:r>
            <a:r>
              <a:rPr lang="en-US" sz="4000" b="0" i="0" u="none" strike="noStrike" kern="1200" cap="none">
                <a:ln>
                  <a:noFill/>
                </a:ln>
                <a:solidFill>
                  <a:srgbClr val="0000CC"/>
                </a:solidFill>
                <a:latin typeface="Liberation Sans" pitchFamily="34"/>
                <a:ea typeface="Noto Sans CJK SC Regular" pitchFamily="2"/>
                <a:cs typeface="Liberation Sans" pitchFamily="34"/>
              </a:rPr>
              <a:t> (blocking coalition) </a:t>
            </a:r>
            <a:r>
              <a:rPr lang="he-IL" sz="4000" b="0" i="0" u="none" strike="noStrike" kern="1200" cap="none">
                <a:ln>
                  <a:noFill/>
                </a:ln>
                <a:solidFill>
                  <a:srgbClr val="0000CC"/>
                </a:solidFill>
                <a:latin typeface="Liberation Sans" pitchFamily="34"/>
                <a:ea typeface="Noto Sans CJK SC Regular" pitchFamily="2"/>
                <a:cs typeface="Liberation Sans" pitchFamily="34"/>
              </a:rPr>
              <a:t>=</a:t>
            </a:r>
            <a:r>
              <a:rPr lang="en-US" sz="4000" b="0" i="0" u="none" strike="noStrike" kern="1200" cap="none">
                <a:ln>
                  <a:noFill/>
                </a:ln>
                <a:solidFill>
                  <a:srgbClr val="0000CC"/>
                </a:solidFill>
                <a:latin typeface="Liberation Sans" pitchFamily="34"/>
                <a:ea typeface="Noto Sans CJK SC Regular" pitchFamily="2"/>
                <a:cs typeface="Liberation Sans" pitchFamily="34"/>
              </a:rPr>
              <a:t> קבוצת משתתפים שיכולה לפרוש ולבצע החלפה שהיא טובה באותה מידה לכל חברי הקבוצה וטובה יותר לפחות לאחד מחבריה.</a:t>
            </a:r>
          </a:p>
          <a:p>
            <a:pPr marL="571500" marR="0" lvl="0" indent="-571500" algn="r" rtl="1" hangingPunct="0">
              <a:lnSpc>
                <a:spcPct val="100000"/>
              </a:lnSpc>
              <a:spcBef>
                <a:spcPts val="0"/>
              </a:spcBef>
              <a:spcAft>
                <a:spcPts val="0"/>
              </a:spcAft>
              <a:buSzPct val="45000"/>
              <a:buFont typeface="Arial" panose="020B0604020202020204" pitchFamily="34" charset="0"/>
              <a:buChar char="•"/>
              <a:tabLst/>
            </a:pPr>
            <a:r>
              <a:rPr lang="he-IL" sz="4000" b="1" i="0" u="none" strike="noStrike" kern="1200" cap="none">
                <a:ln>
                  <a:noFill/>
                </a:ln>
                <a:solidFill>
                  <a:srgbClr val="0000CC"/>
                </a:solidFill>
                <a:latin typeface="Liberation Sans" pitchFamily="34"/>
                <a:ea typeface="Noto Sans CJK SC Regular" pitchFamily="2"/>
                <a:cs typeface="Liberation Sans" pitchFamily="34"/>
              </a:rPr>
              <a:t>שיבוץ יציב</a:t>
            </a:r>
            <a:r>
              <a:rPr lang="en-US" sz="4000" b="0" i="0" u="none" strike="noStrike" kern="1200" cap="none">
                <a:ln>
                  <a:noFill/>
                </a:ln>
                <a:solidFill>
                  <a:srgbClr val="0000CC"/>
                </a:solidFill>
                <a:latin typeface="Liberation Sans" pitchFamily="34"/>
                <a:ea typeface="Noto Sans CJK SC Regular" pitchFamily="2"/>
                <a:cs typeface="Liberation Sans" pitchFamily="34"/>
              </a:rPr>
              <a:t> (core-stable allocation) </a:t>
            </a:r>
            <a:r>
              <a:rPr lang="he-IL" sz="4000" b="0" i="0" u="none" strike="noStrike" kern="1200" cap="none">
                <a:ln>
                  <a:noFill/>
                </a:ln>
                <a:solidFill>
                  <a:srgbClr val="0000CC"/>
                </a:solidFill>
                <a:latin typeface="Liberation Sans" pitchFamily="34"/>
                <a:ea typeface="Noto Sans CJK SC Regular" pitchFamily="2"/>
                <a:cs typeface="Liberation Sans" pitchFamily="34"/>
              </a:rPr>
              <a:t>=</a:t>
            </a:r>
            <a:r>
              <a:rPr lang="en-US" sz="4000" b="0" i="0" u="none" strike="noStrike" kern="1200" cap="none">
                <a:ln>
                  <a:noFill/>
                </a:ln>
                <a:solidFill>
                  <a:srgbClr val="0000CC"/>
                </a:solidFill>
                <a:latin typeface="Liberation Sans" pitchFamily="34"/>
                <a:ea typeface="Noto Sans CJK SC Regular" pitchFamily="2"/>
                <a:cs typeface="Liberation Sans" pitchFamily="34"/>
              </a:rPr>
              <a:t> שיבוץ שבו אין קואליציה מערערת.</a:t>
            </a:r>
            <a:br>
              <a:rPr lang="en-US" sz="4000" b="0" i="0" u="none" strike="noStrike" kern="1200" cap="none">
                <a:ln>
                  <a:noFill/>
                </a:ln>
                <a:solidFill>
                  <a:srgbClr val="0000CC"/>
                </a:solidFill>
                <a:latin typeface="Liberation Sans" pitchFamily="34"/>
                <a:ea typeface="Noto Sans CJK SC Regular" pitchFamily="2"/>
                <a:cs typeface="Liberation Sans" pitchFamily="34"/>
              </a:rPr>
            </a:br>
            <a:r>
              <a:rPr lang="he-IL" sz="4000" b="0" i="1" u="none" strike="noStrike" kern="1200" cap="none">
                <a:ln>
                  <a:noFill/>
                </a:ln>
                <a:solidFill>
                  <a:srgbClr val="009900"/>
                </a:solidFill>
                <a:latin typeface="Liberation Sans" pitchFamily="34"/>
                <a:ea typeface="Noto Sans CJK SC Regular" pitchFamily="2"/>
                <a:cs typeface="Liberation Sans" pitchFamily="34"/>
              </a:rPr>
              <a:t>יציבות</a:t>
            </a:r>
            <a:r>
              <a:rPr lang="en-US" sz="4000" b="0" i="1" u="none" strike="noStrike" kern="1200" cap="none">
                <a:ln>
                  <a:noFill/>
                </a:ln>
                <a:solidFill>
                  <a:srgbClr val="009900"/>
                </a:solidFill>
                <a:latin typeface="Liberation Sans" pitchFamily="34"/>
                <a:ea typeface="Liberation Sans" pitchFamily="34"/>
                <a:cs typeface="Liberation Sans" pitchFamily="34"/>
              </a:rPr>
              <a:t>←</a:t>
            </a:r>
            <a:r>
              <a:rPr lang="en-US" sz="4000" b="0" i="1" u="none" strike="noStrike" kern="1200" cap="none">
                <a:ln>
                  <a:noFill/>
                </a:ln>
                <a:solidFill>
                  <a:srgbClr val="009900"/>
                </a:solidFill>
                <a:latin typeface="Liberation Sans" pitchFamily="34"/>
                <a:ea typeface="Noto Sans CJK SC Regular" pitchFamily="2"/>
                <a:cs typeface="Liberation Sans" pitchFamily="34"/>
              </a:rPr>
              <a:t> עידוד השתתפות</a:t>
            </a:r>
            <a:r>
              <a:rPr lang="he-IL" sz="4000" i="1">
                <a:solidFill>
                  <a:srgbClr val="009900"/>
                </a:solidFill>
                <a:latin typeface="Liberation Sans" pitchFamily="34"/>
                <a:ea typeface="Noto Sans CJK SC Regular" pitchFamily="2"/>
                <a:cs typeface="Liberation Sans" pitchFamily="34"/>
              </a:rPr>
              <a:t>, </a:t>
            </a:r>
            <a:r>
              <a:rPr lang="he-IL" sz="4000" b="0" i="1" u="none" strike="noStrike" kern="1200" cap="none">
                <a:ln>
                  <a:noFill/>
                </a:ln>
                <a:solidFill>
                  <a:srgbClr val="009900"/>
                </a:solidFill>
                <a:latin typeface="Liberation Sans" pitchFamily="34"/>
                <a:ea typeface="Noto Sans CJK SC Regular" pitchFamily="2"/>
                <a:cs typeface="Liberation Sans" pitchFamily="34"/>
              </a:rPr>
              <a:t>יעילות פארטו.</a:t>
            </a:r>
          </a:p>
        </p:txBody>
      </p:sp>
      <p:sp>
        <p:nvSpPr>
          <p:cNvPr id="4" name="TextBox 3">
            <a:extLst>
              <a:ext uri="{FF2B5EF4-FFF2-40B4-BE49-F238E27FC236}">
                <a16:creationId xmlns:a16="http://schemas.microsoft.com/office/drawing/2014/main" id="{09F0734D-4CDD-36C6-7FEB-F3C44AD65317}"/>
              </a:ext>
            </a:extLst>
          </p:cNvPr>
          <p:cNvSpPr txBox="1"/>
          <p:nvPr/>
        </p:nvSpPr>
        <p:spPr>
          <a:xfrm>
            <a:off x="542924" y="6217919"/>
            <a:ext cx="9332595" cy="1224720"/>
          </a:xfrm>
          <a:prstGeom prst="rect">
            <a:avLst/>
          </a:prstGeom>
          <a:noFill/>
          <a:ln>
            <a:noFill/>
          </a:ln>
        </p:spPr>
        <p:txBody>
          <a:bodyPr vert="horz" wrap="square" lIns="90000" tIns="45000" rIns="90000" bIns="45000" anchorCtr="0" compatLnSpc="0"/>
          <a:lstStyle/>
          <a:p>
            <a:pPr marL="0" marR="0" lvl="0" indent="0" algn="r" rtl="1" hangingPunct="0">
              <a:lnSpc>
                <a:spcPct val="100000"/>
              </a:lnSpc>
              <a:spcBef>
                <a:spcPts val="0"/>
              </a:spcBef>
              <a:spcAft>
                <a:spcPts val="0"/>
              </a:spcAft>
              <a:buNone/>
              <a:tabLst/>
            </a:pPr>
            <a:r>
              <a:rPr lang="he-IL" sz="4000" b="1" i="0" u="none" strike="noStrike" kern="1200" cap="none">
                <a:ln>
                  <a:noFill/>
                </a:ln>
                <a:solidFill>
                  <a:srgbClr val="6600CC"/>
                </a:solidFill>
                <a:latin typeface="Liberation Sans" pitchFamily="34"/>
                <a:ea typeface="Noto Sans CJK SC Regular" pitchFamily="2"/>
                <a:cs typeface="Liberation Sans" pitchFamily="34"/>
              </a:rPr>
              <a:t>שאלה</a:t>
            </a:r>
            <a:r>
              <a:rPr lang="he-IL" sz="4000" b="0" i="0" u="none" strike="noStrike" kern="1200" cap="none">
                <a:ln>
                  <a:noFill/>
                </a:ln>
                <a:solidFill>
                  <a:srgbClr val="6600CC"/>
                </a:solidFill>
                <a:latin typeface="Liberation Sans" pitchFamily="34"/>
                <a:ea typeface="Noto Sans CJK SC Regular" pitchFamily="2"/>
                <a:cs typeface="Liberation Sans" pitchFamily="34"/>
              </a:rPr>
              <a:t>: </a:t>
            </a:r>
            <a:r>
              <a:rPr lang="en-US" sz="4000" b="0" i="0" u="none" strike="noStrike" kern="1200" cap="none">
                <a:ln>
                  <a:noFill/>
                </a:ln>
                <a:solidFill>
                  <a:srgbClr val="6600CC"/>
                </a:solidFill>
                <a:latin typeface="Liberation Sans" pitchFamily="34"/>
                <a:ea typeface="Noto Sans CJK SC Regular" pitchFamily="2"/>
                <a:cs typeface="Liberation Sans" pitchFamily="34"/>
              </a:rPr>
              <a:t>האם קיים אלגוריתם החלפה שהוא </a:t>
            </a:r>
            <a:r>
              <a:rPr lang="he-IL" sz="4000" b="0" i="1" u="none" strike="noStrike" kern="1200" cap="none">
                <a:ln>
                  <a:noFill/>
                </a:ln>
                <a:solidFill>
                  <a:srgbClr val="6600CC"/>
                </a:solidFill>
                <a:latin typeface="Liberation Sans" pitchFamily="34"/>
                <a:ea typeface="Noto Sans CJK SC Regular" pitchFamily="2"/>
                <a:cs typeface="Liberation Sans" pitchFamily="34"/>
              </a:rPr>
              <a:t>מגלה-אמת </a:t>
            </a:r>
            <a:r>
              <a:rPr lang="he-IL" sz="4000" b="0" i="0" u="none" strike="noStrike" kern="1200" cap="none">
                <a:ln>
                  <a:noFill/>
                </a:ln>
                <a:solidFill>
                  <a:srgbClr val="6600CC"/>
                </a:solidFill>
                <a:latin typeface="Liberation Sans" pitchFamily="34"/>
                <a:ea typeface="Noto Sans CJK SC Regular" pitchFamily="2"/>
                <a:cs typeface="Liberation Sans" pitchFamily="34"/>
              </a:rPr>
              <a:t>ומוצא </a:t>
            </a:r>
            <a:r>
              <a:rPr lang="he-IL" sz="4000" b="0" i="1" u="none" strike="noStrike" kern="1200" cap="none">
                <a:ln>
                  <a:noFill/>
                </a:ln>
                <a:solidFill>
                  <a:srgbClr val="6600CC"/>
                </a:solidFill>
                <a:latin typeface="Liberation Sans" pitchFamily="34"/>
                <a:ea typeface="Noto Sans CJK SC Regular" pitchFamily="2"/>
                <a:cs typeface="Liberation Sans" pitchFamily="34"/>
              </a:rPr>
              <a:t>שיבוץ יציב?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entr" fill="hold" grpId="1"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fill="hold" grpId="1"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fill="hold" grpId="1"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build="p"/>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name="page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72088-0207-F298-4AAC-B4129A2FC385}"/>
              </a:ext>
            </a:extLst>
          </p:cNvPr>
          <p:cNvSpPr txBox="1">
            <a:spLocks noGrp="1"/>
          </p:cNvSpPr>
          <p:nvPr>
            <p:ph type="title" idx="4294967295"/>
          </p:nvPr>
        </p:nvSpPr>
        <p:spPr>
          <a:xfrm>
            <a:off x="640080" y="113760"/>
            <a:ext cx="8734319" cy="709200"/>
          </a:xfrm>
        </p:spPr>
        <p:txBody>
          <a:bodyPr vert="horz"/>
          <a:lstStyle/>
          <a:p>
            <a:pPr lvl="0" rtl="1"/>
            <a:r>
              <a:rPr lang="he-IL">
                <a:latin typeface="Liberation Sans" pitchFamily="34"/>
                <a:cs typeface="Liberation Sans" pitchFamily="34"/>
              </a:rPr>
              <a:t>אלגוריתם מעגלי המסחר</a:t>
            </a:r>
          </a:p>
        </p:txBody>
      </p:sp>
      <p:sp>
        <p:nvSpPr>
          <p:cNvPr id="3" name="Title 2">
            <a:extLst>
              <a:ext uri="{FF2B5EF4-FFF2-40B4-BE49-F238E27FC236}">
                <a16:creationId xmlns:a16="http://schemas.microsoft.com/office/drawing/2014/main" id="{11C7F5E9-E6D0-4CD2-1C09-08FAD1CEB45E}"/>
              </a:ext>
            </a:extLst>
          </p:cNvPr>
          <p:cNvSpPr txBox="1">
            <a:spLocks noGrp="1"/>
          </p:cNvSpPr>
          <p:nvPr>
            <p:ph type="title" idx="4294967295"/>
          </p:nvPr>
        </p:nvSpPr>
        <p:spPr>
          <a:xfrm>
            <a:off x="0" y="1005840"/>
            <a:ext cx="9932400" cy="5182560"/>
          </a:xfrm>
        </p:spPr>
        <p:txBody>
          <a:bodyPr vert="horz" anchor="t"/>
          <a:lstStyle/>
          <a:p>
            <a:pPr lvl="0" algn="r" rtl="1">
              <a:spcBef>
                <a:spcPts val="561"/>
              </a:spcBef>
            </a:pPr>
            <a:r>
              <a:rPr lang="he-IL" sz="3600" b="1">
                <a:solidFill>
                  <a:schemeClr val="tx1"/>
                </a:solidFill>
                <a:latin typeface="Liberation Sans" pitchFamily="34"/>
                <a:cs typeface="Liberation Sans" pitchFamily="34"/>
              </a:rPr>
              <a:t>משפט. </a:t>
            </a:r>
            <a:r>
              <a:rPr lang="en-US" sz="3600">
                <a:solidFill>
                  <a:schemeClr val="tx1"/>
                </a:solidFill>
                <a:latin typeface="Liberation Sans" pitchFamily="34"/>
                <a:cs typeface="Liberation Sans" pitchFamily="34"/>
              </a:rPr>
              <a:t>(Gale, Shapley, Scarf, 1974)</a:t>
            </a:r>
            <a:r>
              <a:rPr lang="he-IL" sz="3600">
                <a:solidFill>
                  <a:schemeClr val="tx1"/>
                </a:solidFill>
                <a:latin typeface="Liberation Sans" pitchFamily="34"/>
                <a:cs typeface="Liberation Sans" pitchFamily="34"/>
              </a:rPr>
              <a:t>.</a:t>
            </a:r>
            <a:r>
              <a:rPr lang="en-US" sz="3600">
                <a:solidFill>
                  <a:schemeClr val="tx1"/>
                </a:solidFill>
                <a:latin typeface="Liberation Sans" pitchFamily="34"/>
                <a:cs typeface="Liberation Sans" pitchFamily="34"/>
              </a:rPr>
              <a:t> </a:t>
            </a:r>
            <a:br>
              <a:rPr lang="en-US" sz="3600">
                <a:solidFill>
                  <a:schemeClr val="tx1"/>
                </a:solidFill>
                <a:latin typeface="Liberation Sans" pitchFamily="34"/>
                <a:cs typeface="Liberation Sans" pitchFamily="34"/>
              </a:rPr>
            </a:br>
            <a:r>
              <a:rPr lang="he-IL" sz="3600">
                <a:solidFill>
                  <a:schemeClr val="tx1"/>
                </a:solidFill>
                <a:latin typeface="Liberation Sans" pitchFamily="34"/>
                <a:cs typeface="Liberation Sans" pitchFamily="34"/>
              </a:rPr>
              <a:t>אם כל יחסי ההעדפות הם חזקים (אין אדישות), אז:</a:t>
            </a:r>
            <a:br>
              <a:rPr lang="en-US" sz="3600">
                <a:solidFill>
                  <a:schemeClr val="tx1"/>
                </a:solidFill>
                <a:latin typeface="Liberation Sans" pitchFamily="34"/>
                <a:cs typeface="Liberation Sans" pitchFamily="34"/>
              </a:rPr>
            </a:br>
            <a:br>
              <a:rPr lang="en-US" sz="3600">
                <a:solidFill>
                  <a:schemeClr val="tx1"/>
                </a:solidFill>
                <a:latin typeface="Liberation Sans" pitchFamily="34"/>
                <a:cs typeface="Liberation Sans" pitchFamily="34"/>
              </a:rPr>
            </a:br>
            <a:r>
              <a:rPr lang="he-IL" sz="3600">
                <a:solidFill>
                  <a:schemeClr val="tx1"/>
                </a:solidFill>
                <a:latin typeface="Liberation Sans" pitchFamily="34"/>
                <a:cs typeface="Liberation Sans" pitchFamily="34"/>
              </a:rPr>
              <a:t>א. קיים שיבוץ יציב אחד ויחיד;</a:t>
            </a:r>
            <a:br>
              <a:rPr lang="en-US" sz="3600">
                <a:solidFill>
                  <a:schemeClr val="tx1"/>
                </a:solidFill>
                <a:latin typeface="Liberation Sans" pitchFamily="34"/>
                <a:cs typeface="Liberation Sans" pitchFamily="34"/>
              </a:rPr>
            </a:br>
            <a:br>
              <a:rPr lang="en-US" sz="3600">
                <a:solidFill>
                  <a:schemeClr val="tx1"/>
                </a:solidFill>
                <a:latin typeface="Liberation Sans" pitchFamily="34"/>
                <a:cs typeface="Liberation Sans" pitchFamily="34"/>
              </a:rPr>
            </a:br>
            <a:r>
              <a:rPr lang="he-IL" sz="3600">
                <a:solidFill>
                  <a:schemeClr val="tx1"/>
                </a:solidFill>
                <a:latin typeface="Liberation Sans" pitchFamily="34"/>
                <a:cs typeface="Liberation Sans" pitchFamily="34"/>
              </a:rPr>
              <a:t>ב. קיים אלגוריתם מגלה-אמת המוצא אותו.</a:t>
            </a:r>
            <a:br>
              <a:rPr lang="en-US" sz="3600">
                <a:solidFill>
                  <a:schemeClr val="tx1"/>
                </a:solidFill>
                <a:latin typeface="Liberation Sans" pitchFamily="34"/>
                <a:cs typeface="Liberation Sans" pitchFamily="34"/>
              </a:rPr>
            </a:br>
            <a:br>
              <a:rPr lang="en-US" sz="3600">
                <a:solidFill>
                  <a:schemeClr val="tx1"/>
                </a:solidFill>
                <a:latin typeface="Liberation Sans" pitchFamily="34"/>
                <a:cs typeface="Liberation Sans" pitchFamily="34"/>
              </a:rPr>
            </a:br>
            <a:r>
              <a:rPr lang="he-IL" sz="3600">
                <a:solidFill>
                  <a:schemeClr val="tx1"/>
                </a:solidFill>
                <a:latin typeface="Liberation Sans" pitchFamily="34"/>
                <a:cs typeface="Liberation Sans" pitchFamily="34"/>
              </a:rPr>
              <a:t>הוא נקרא </a:t>
            </a:r>
            <a:r>
              <a:rPr lang="he-IL" sz="3600" b="1">
                <a:solidFill>
                  <a:schemeClr val="tx1"/>
                </a:solidFill>
                <a:latin typeface="Liberation Sans" pitchFamily="34"/>
                <a:cs typeface="Liberation Sans" pitchFamily="34"/>
              </a:rPr>
              <a:t>אלגוריתם מעגלי המסחר – </a:t>
            </a:r>
            <a:br>
              <a:rPr lang="en-US" sz="3600" b="1">
                <a:solidFill>
                  <a:schemeClr val="tx1"/>
                </a:solidFill>
                <a:latin typeface="Liberation Sans" pitchFamily="34"/>
                <a:cs typeface="Liberation Sans" pitchFamily="34"/>
              </a:rPr>
            </a:br>
            <a:r>
              <a:rPr lang="en-US" sz="3600" b="1">
                <a:solidFill>
                  <a:schemeClr val="tx1"/>
                </a:solidFill>
                <a:latin typeface="Liberation Sans" pitchFamily="34"/>
                <a:cs typeface="Liberation Sans" pitchFamily="34"/>
              </a:rPr>
              <a:t>Top Trading Cycles</a:t>
            </a:r>
            <a:br>
              <a:rPr lang="en-US" sz="3600">
                <a:solidFill>
                  <a:schemeClr val="tx1"/>
                </a:solidFill>
                <a:latin typeface="Liberation Sans" pitchFamily="34"/>
                <a:cs typeface="Liberation Sans" pitchFamily="34"/>
              </a:rPr>
            </a:br>
            <a:endParaRPr lang="en-US" sz="3600">
              <a:solidFill>
                <a:schemeClr val="tx1"/>
              </a:solidFill>
              <a:latin typeface="Liberation Sans" pitchFamily="34"/>
              <a:cs typeface="Liberation Sans" pitchFamily="3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entr" fill="hold" grpId="1"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xml><?xml version="1.0" encoding="utf-8"?>
<p:sld xmlns:a="http://schemas.openxmlformats.org/drawingml/2006/main" xmlns:r="http://schemas.openxmlformats.org/officeDocument/2006/relationships" xmlns:p="http://schemas.openxmlformats.org/presentationml/2006/main">
  <p:cSld name="page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B031D-FAF0-BF8B-3CC2-3FA22A22AEB7}"/>
              </a:ext>
            </a:extLst>
          </p:cNvPr>
          <p:cNvSpPr txBox="1">
            <a:spLocks noGrp="1"/>
          </p:cNvSpPr>
          <p:nvPr>
            <p:ph type="title" idx="4294967295"/>
          </p:nvPr>
        </p:nvSpPr>
        <p:spPr>
          <a:xfrm>
            <a:off x="-91440" y="731519"/>
            <a:ext cx="9932400" cy="6828479"/>
          </a:xfrm>
        </p:spPr>
        <p:txBody>
          <a:bodyPr vert="horz"/>
          <a:lstStyle/>
          <a:p>
            <a:pPr lvl="0" algn="r" rtl="1">
              <a:spcBef>
                <a:spcPts val="561"/>
              </a:spcBef>
            </a:pPr>
            <a:r>
              <a:rPr lang="he-IL" sz="4000">
                <a:solidFill>
                  <a:srgbClr val="0066FF"/>
                </a:solidFill>
                <a:latin typeface="Liberation Sans" pitchFamily="34"/>
                <a:cs typeface="Liberation Sans" pitchFamily="34"/>
              </a:rPr>
              <a:t>0. </a:t>
            </a:r>
            <a:r>
              <a:rPr lang="en-US" sz="4000">
                <a:solidFill>
                  <a:srgbClr val="0066FF"/>
                </a:solidFill>
                <a:latin typeface="Liberation Sans" pitchFamily="34"/>
                <a:cs typeface="Liberation Sans" pitchFamily="34"/>
              </a:rPr>
              <a:t>מאתחלים גרף מכוון שבו:</a:t>
            </a:r>
            <a:br>
              <a:rPr lang="en-US" sz="4000">
                <a:solidFill>
                  <a:srgbClr val="0066FF"/>
                </a:solidFill>
                <a:latin typeface="Liberation Sans" pitchFamily="34"/>
                <a:cs typeface="Liberation Sans" pitchFamily="34"/>
              </a:rPr>
            </a:br>
            <a:r>
              <a:rPr lang="he-IL" sz="4000" i="1">
                <a:solidFill>
                  <a:srgbClr val="0066FF"/>
                </a:solidFill>
                <a:latin typeface="Liberation Sans" pitchFamily="34"/>
                <a:cs typeface="Liberation Sans" pitchFamily="34"/>
              </a:rPr>
              <a:t>הצמתים </a:t>
            </a:r>
            <a:r>
              <a:rPr lang="he-IL" sz="4000">
                <a:solidFill>
                  <a:srgbClr val="0066FF"/>
                </a:solidFill>
                <a:latin typeface="Liberation Sans" pitchFamily="34"/>
                <a:cs typeface="Liberation Sans" pitchFamily="34"/>
              </a:rPr>
              <a:t>הם האנשים והבתים;</a:t>
            </a:r>
            <a:br>
              <a:rPr lang="en-US" sz="4000">
                <a:solidFill>
                  <a:srgbClr val="0066FF"/>
                </a:solidFill>
                <a:latin typeface="Liberation Sans" pitchFamily="34"/>
                <a:cs typeface="Liberation Sans" pitchFamily="34"/>
              </a:rPr>
            </a:br>
            <a:r>
              <a:rPr lang="he-IL" sz="4000">
                <a:solidFill>
                  <a:srgbClr val="0066FF"/>
                </a:solidFill>
                <a:latin typeface="Liberation Sans" pitchFamily="34"/>
                <a:cs typeface="Liberation Sans" pitchFamily="34"/>
              </a:rPr>
              <a:t>יש </a:t>
            </a:r>
            <a:r>
              <a:rPr lang="he-IL" sz="4000" i="1">
                <a:solidFill>
                  <a:srgbClr val="0066FF"/>
                </a:solidFill>
                <a:latin typeface="Liberation Sans" pitchFamily="34"/>
                <a:cs typeface="Liberation Sans" pitchFamily="34"/>
              </a:rPr>
              <a:t>קשת</a:t>
            </a:r>
            <a:r>
              <a:rPr lang="en-US" sz="4000">
                <a:solidFill>
                  <a:srgbClr val="0066FF"/>
                </a:solidFill>
                <a:latin typeface="Liberation Sans" pitchFamily="34"/>
                <a:cs typeface="Liberation Sans" pitchFamily="34"/>
              </a:rPr>
              <a:t> מכל אדם לבית שהוא הכי רוצה, </a:t>
            </a:r>
            <a:br>
              <a:rPr lang="en-US" sz="4000">
                <a:solidFill>
                  <a:srgbClr val="0066FF"/>
                </a:solidFill>
                <a:latin typeface="Liberation Sans" pitchFamily="34"/>
                <a:cs typeface="Liberation Sans" pitchFamily="34"/>
              </a:rPr>
            </a:br>
            <a:r>
              <a:rPr lang="en-US" sz="4000">
                <a:solidFill>
                  <a:srgbClr val="0066FF"/>
                </a:solidFill>
                <a:latin typeface="Liberation Sans" pitchFamily="34"/>
                <a:cs typeface="Liberation Sans" pitchFamily="34"/>
              </a:rPr>
              <a:t>        </a:t>
            </a:r>
            <a:r>
              <a:rPr lang="he-IL" sz="4000">
                <a:solidFill>
                  <a:srgbClr val="0066FF"/>
                </a:solidFill>
                <a:latin typeface="Liberation Sans" pitchFamily="34"/>
                <a:cs typeface="Liberation Sans" pitchFamily="34"/>
              </a:rPr>
              <a:t>ומכל בית לאדם שגר בו עכשיו.</a:t>
            </a:r>
            <a:br>
              <a:rPr lang="en-US" sz="4000">
                <a:solidFill>
                  <a:srgbClr val="0066FF"/>
                </a:solidFill>
                <a:latin typeface="Liberation Sans" pitchFamily="34"/>
                <a:cs typeface="Liberation Sans" pitchFamily="34"/>
              </a:rPr>
            </a:br>
            <a:br>
              <a:rPr lang="en-US" sz="4000">
                <a:latin typeface="Liberation Sans" pitchFamily="34"/>
                <a:cs typeface="Liberation Sans" pitchFamily="34"/>
              </a:rPr>
            </a:br>
            <a:r>
              <a:rPr lang="he-IL" sz="4000">
                <a:solidFill>
                  <a:srgbClr val="00CC33"/>
                </a:solidFill>
                <a:latin typeface="Liberation Sans" pitchFamily="34"/>
                <a:cs typeface="Liberation Sans" pitchFamily="34"/>
              </a:rPr>
              <a:t>א. </a:t>
            </a:r>
            <a:r>
              <a:rPr lang="en-US" sz="4000">
                <a:solidFill>
                  <a:srgbClr val="00CC33"/>
                </a:solidFill>
                <a:latin typeface="Liberation Sans" pitchFamily="34"/>
                <a:cs typeface="Liberation Sans" pitchFamily="34"/>
              </a:rPr>
              <a:t>מוצאים מעגל מכוון בגרף.</a:t>
            </a:r>
            <a:br>
              <a:rPr lang="en-US" sz="4000">
                <a:solidFill>
                  <a:srgbClr val="00CC33"/>
                </a:solidFill>
                <a:latin typeface="Liberation Sans" pitchFamily="34"/>
                <a:cs typeface="Liberation Sans" pitchFamily="34"/>
              </a:rPr>
            </a:br>
            <a:r>
              <a:rPr lang="he-IL" sz="4000">
                <a:solidFill>
                  <a:srgbClr val="00CC33"/>
                </a:solidFill>
                <a:latin typeface="Liberation Sans" pitchFamily="34"/>
                <a:cs typeface="Liberation Sans" pitchFamily="34"/>
              </a:rPr>
              <a:t>ב. </a:t>
            </a:r>
            <a:r>
              <a:rPr lang="en-US" sz="4000">
                <a:solidFill>
                  <a:srgbClr val="00CC33"/>
                </a:solidFill>
                <a:latin typeface="Liberation Sans" pitchFamily="34"/>
                <a:cs typeface="Liberation Sans" pitchFamily="34"/>
              </a:rPr>
              <a:t>מבצעים את ההחלפה במעגל.</a:t>
            </a:r>
            <a:br>
              <a:rPr lang="en-US" sz="4000">
                <a:solidFill>
                  <a:srgbClr val="00CC33"/>
                </a:solidFill>
                <a:latin typeface="Liberation Sans" pitchFamily="34"/>
                <a:cs typeface="Liberation Sans" pitchFamily="34"/>
              </a:rPr>
            </a:br>
            <a:r>
              <a:rPr lang="he-IL" sz="4000">
                <a:solidFill>
                  <a:srgbClr val="00CC33"/>
                </a:solidFill>
                <a:latin typeface="Liberation Sans" pitchFamily="34"/>
                <a:cs typeface="Liberation Sans" pitchFamily="34"/>
              </a:rPr>
              <a:t>ג. </a:t>
            </a:r>
            <a:r>
              <a:rPr lang="en-US" sz="4000">
                <a:solidFill>
                  <a:srgbClr val="00CC33"/>
                </a:solidFill>
                <a:latin typeface="Liberation Sans" pitchFamily="34"/>
                <a:cs typeface="Liberation Sans" pitchFamily="34"/>
              </a:rPr>
              <a:t>מוחקים מהגרף את הצמתים שהשתתפו.</a:t>
            </a:r>
            <a:br>
              <a:rPr lang="en-US" sz="4000">
                <a:solidFill>
                  <a:srgbClr val="00CC33"/>
                </a:solidFill>
                <a:latin typeface="Liberation Sans" pitchFamily="34"/>
                <a:cs typeface="Liberation Sans" pitchFamily="34"/>
              </a:rPr>
            </a:br>
            <a:r>
              <a:rPr lang="he-IL" sz="4000">
                <a:solidFill>
                  <a:srgbClr val="00CC33"/>
                </a:solidFill>
                <a:latin typeface="Liberation Sans" pitchFamily="34"/>
                <a:cs typeface="Liberation Sans" pitchFamily="34"/>
              </a:rPr>
              <a:t>ד. </a:t>
            </a:r>
            <a:r>
              <a:rPr lang="en-US" sz="4000">
                <a:solidFill>
                  <a:srgbClr val="00CC33"/>
                </a:solidFill>
                <a:latin typeface="Liberation Sans" pitchFamily="34"/>
                <a:cs typeface="Liberation Sans" pitchFamily="34"/>
              </a:rPr>
              <a:t>מעדכנים את הקשתות של האנשים שנשארו.</a:t>
            </a:r>
            <a:br>
              <a:rPr lang="en-US" sz="4000">
                <a:solidFill>
                  <a:srgbClr val="00CC33"/>
                </a:solidFill>
                <a:latin typeface="Liberation Sans" pitchFamily="34"/>
                <a:cs typeface="Liberation Sans" pitchFamily="34"/>
              </a:rPr>
            </a:br>
            <a:br>
              <a:rPr lang="en-US" sz="4000">
                <a:latin typeface="Liberation Sans" pitchFamily="34"/>
                <a:cs typeface="Liberation Sans" pitchFamily="34"/>
              </a:rPr>
            </a:br>
            <a:r>
              <a:rPr lang="he-IL" sz="4000">
                <a:solidFill>
                  <a:srgbClr val="0000CC"/>
                </a:solidFill>
                <a:latin typeface="Liberation Sans" pitchFamily="34"/>
                <a:cs typeface="Liberation Sans" pitchFamily="34"/>
              </a:rPr>
              <a:t>ה. </a:t>
            </a:r>
            <a:r>
              <a:rPr lang="en-US" sz="4000">
                <a:solidFill>
                  <a:srgbClr val="0000CC"/>
                </a:solidFill>
                <a:latin typeface="Liberation Sans" pitchFamily="34"/>
                <a:cs typeface="Liberation Sans" pitchFamily="34"/>
              </a:rPr>
              <a:t>חוזרים על שלבים א-ד עד שהגרף ריק.</a:t>
            </a:r>
          </a:p>
        </p:txBody>
      </p:sp>
      <p:sp>
        <p:nvSpPr>
          <p:cNvPr id="3" name="Title 2">
            <a:extLst>
              <a:ext uri="{FF2B5EF4-FFF2-40B4-BE49-F238E27FC236}">
                <a16:creationId xmlns:a16="http://schemas.microsoft.com/office/drawing/2014/main" id="{F602A614-63D1-AC3A-7449-6612FBA0BAC1}"/>
              </a:ext>
            </a:extLst>
          </p:cNvPr>
          <p:cNvSpPr txBox="1">
            <a:spLocks noGrp="1"/>
          </p:cNvSpPr>
          <p:nvPr>
            <p:ph type="title" idx="4294967295"/>
          </p:nvPr>
        </p:nvSpPr>
        <p:spPr>
          <a:xfrm>
            <a:off x="640080" y="113760"/>
            <a:ext cx="8734319" cy="709200"/>
          </a:xfrm>
        </p:spPr>
        <p:txBody>
          <a:bodyPr vert="horz"/>
          <a:lstStyle/>
          <a:p>
            <a:pPr lvl="0" rtl="1"/>
            <a:r>
              <a:rPr lang="he-IL">
                <a:latin typeface="Liberation Sans" pitchFamily="34"/>
                <a:cs typeface="Liberation Sans" pitchFamily="34"/>
              </a:rPr>
              <a:t>אלגוריתם מעגלי המסחר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entr" fill="hold" grpId="1"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build="p"/>
    </p:bldLst>
  </p:timing>
</p:sld>
</file>

<file path=ppt/slides/slide7.xml><?xml version="1.0" encoding="utf-8"?>
<p:sld xmlns:a="http://schemas.openxmlformats.org/drawingml/2006/main" xmlns:r="http://schemas.openxmlformats.org/officeDocument/2006/relationships" xmlns:p="http://schemas.openxmlformats.org/presentationml/2006/main">
  <p:cSld name="page7">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22CC2DD-62C1-34C1-9E32-C33C411EFB37}"/>
              </a:ext>
            </a:extLst>
          </p:cNvPr>
          <p:cNvSpPr txBox="1">
            <a:spLocks noGrp="1"/>
          </p:cNvSpPr>
          <p:nvPr>
            <p:ph type="title" idx="4294967295"/>
          </p:nvPr>
        </p:nvSpPr>
        <p:spPr>
          <a:xfrm>
            <a:off x="503999" y="134640"/>
            <a:ext cx="8315640" cy="788759"/>
          </a:xfrm>
          <a:noFill/>
          <a:ln>
            <a:noFill/>
          </a:ln>
        </p:spPr>
        <p:txBody>
          <a:bodyPr wrap="square" anchor="b">
            <a:noAutofit/>
          </a:bodyPr>
          <a:lstStyle/>
          <a:p>
            <a:pPr lvl="0" algn="r" rtl="1">
              <a:lnSpc>
                <a:spcPct val="100000"/>
              </a:lnSpc>
              <a:spcBef>
                <a:spcPts val="0"/>
              </a:spcBef>
            </a:pPr>
            <a:r>
              <a:rPr lang="en-US" sz="3900" b="1">
                <a:solidFill>
                  <a:srgbClr val="330066"/>
                </a:solidFill>
                <a:highlight>
                  <a:scrgbClr r="0" g="0" b="0">
                    <a:alpha val="0"/>
                  </a:scrgbClr>
                </a:highlight>
                <a:latin typeface="Liberation Sans" pitchFamily="34"/>
                <a:ea typeface="ＭＳ Ｐゴシック" pitchFamily="1"/>
                <a:cs typeface="Liberation Sans" pitchFamily="34"/>
              </a:rPr>
              <a:t>אלגוריתם מעגלי המסחר בתמונות</a:t>
            </a:r>
          </a:p>
        </p:txBody>
      </p:sp>
      <p:sp>
        <p:nvSpPr>
          <p:cNvPr id="3" name="Line 16">
            <a:extLst>
              <a:ext uri="{FF2B5EF4-FFF2-40B4-BE49-F238E27FC236}">
                <a16:creationId xmlns:a16="http://schemas.microsoft.com/office/drawing/2014/main" id="{E39C40D3-A80A-1983-A8BC-E29DC3544C9E}"/>
              </a:ext>
            </a:extLst>
          </p:cNvPr>
          <p:cNvSpPr/>
          <p:nvPr/>
        </p:nvSpPr>
        <p:spPr>
          <a:xfrm>
            <a:off x="2183760" y="2099520"/>
            <a:ext cx="1931399" cy="0"/>
          </a:xfrm>
          <a:custGeom>
            <a:avLst/>
            <a:gdLst/>
            <a:ahLst/>
            <a:cxnLst>
              <a:cxn ang="3cd4">
                <a:pos x="hc" y="t"/>
              </a:cxn>
              <a:cxn ang="cd2">
                <a:pos x="l" y="vc"/>
              </a:cxn>
              <a:cxn ang="cd4">
                <a:pos x="hc" y="b"/>
              </a:cxn>
              <a:cxn ang="0">
                <a:pos x="r" y="vc"/>
              </a:cxn>
            </a:cxnLst>
            <a:rect l="l" t="t" r="r" b="b"/>
            <a:pathLst>
              <a:path w="5366" h="1" fill="none">
                <a:moveTo>
                  <a:pt x="5366" y="0"/>
                </a:moveTo>
                <a:lnTo>
                  <a:pt x="0" y="1"/>
                </a:lnTo>
              </a:path>
            </a:pathLst>
          </a:custGeom>
          <a:noFill/>
          <a:ln w="38160">
            <a:solidFill>
              <a:srgbClr val="4F8754"/>
            </a:solidFill>
            <a:prstDash val="solid"/>
            <a:round/>
            <a:tailEnd type="arrow"/>
          </a:ln>
        </p:spPr>
        <p:txBody>
          <a:bodyPr vert="horz" wrap="square" lIns="90000" tIns="45000" rIns="90000" bIns="45000" anchor="t" anchorCtr="1"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Noto Sans CJK SC Regular" pitchFamily="2"/>
              <a:cs typeface="Nachlieli CLM" pitchFamily="2"/>
            </a:endParaRPr>
          </a:p>
        </p:txBody>
      </p:sp>
      <p:sp>
        <p:nvSpPr>
          <p:cNvPr id="4" name="Line 18">
            <a:extLst>
              <a:ext uri="{FF2B5EF4-FFF2-40B4-BE49-F238E27FC236}">
                <a16:creationId xmlns:a16="http://schemas.microsoft.com/office/drawing/2014/main" id="{61876A56-4003-4FDB-6B38-D4FA228C06E7}"/>
              </a:ext>
            </a:extLst>
          </p:cNvPr>
          <p:cNvSpPr/>
          <p:nvPr/>
        </p:nvSpPr>
        <p:spPr>
          <a:xfrm>
            <a:off x="2183760" y="4787640"/>
            <a:ext cx="1931399" cy="0"/>
          </a:xfrm>
          <a:custGeom>
            <a:avLst/>
            <a:gdLst/>
            <a:ahLst/>
            <a:cxnLst>
              <a:cxn ang="3cd4">
                <a:pos x="hc" y="t"/>
              </a:cxn>
              <a:cxn ang="cd2">
                <a:pos x="l" y="vc"/>
              </a:cxn>
              <a:cxn ang="cd4">
                <a:pos x="hc" y="b"/>
              </a:cxn>
              <a:cxn ang="0">
                <a:pos x="r" y="vc"/>
              </a:cxn>
            </a:cxnLst>
            <a:rect l="l" t="t" r="r" b="b"/>
            <a:pathLst>
              <a:path w="5366" h="1" fill="none">
                <a:moveTo>
                  <a:pt x="5366" y="0"/>
                </a:moveTo>
                <a:lnTo>
                  <a:pt x="0" y="1"/>
                </a:lnTo>
              </a:path>
            </a:pathLst>
          </a:custGeom>
          <a:noFill/>
          <a:ln w="38160">
            <a:solidFill>
              <a:srgbClr val="4F8754"/>
            </a:solidFill>
            <a:prstDash val="solid"/>
            <a:round/>
            <a:tailEnd type="arrow"/>
          </a:ln>
        </p:spPr>
        <p:txBody>
          <a:bodyPr vert="horz" wrap="square" lIns="90000" tIns="45000" rIns="90000" bIns="45000" anchor="t" anchorCtr="1"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Noto Sans CJK SC Regular" pitchFamily="2"/>
              <a:cs typeface="Nachlieli CLM" pitchFamily="2"/>
            </a:endParaRPr>
          </a:p>
        </p:txBody>
      </p:sp>
      <p:sp>
        <p:nvSpPr>
          <p:cNvPr id="5" name="Line 19">
            <a:extLst>
              <a:ext uri="{FF2B5EF4-FFF2-40B4-BE49-F238E27FC236}">
                <a16:creationId xmlns:a16="http://schemas.microsoft.com/office/drawing/2014/main" id="{89654877-AD0B-434B-2490-50E7861DF5CB}"/>
              </a:ext>
            </a:extLst>
          </p:cNvPr>
          <p:cNvSpPr/>
          <p:nvPr/>
        </p:nvSpPr>
        <p:spPr>
          <a:xfrm>
            <a:off x="2268000" y="3527640"/>
            <a:ext cx="1931399" cy="0"/>
          </a:xfrm>
          <a:custGeom>
            <a:avLst/>
            <a:gdLst/>
            <a:ahLst/>
            <a:cxnLst>
              <a:cxn ang="3cd4">
                <a:pos x="hc" y="t"/>
              </a:cxn>
              <a:cxn ang="cd2">
                <a:pos x="l" y="vc"/>
              </a:cxn>
              <a:cxn ang="cd4">
                <a:pos x="hc" y="b"/>
              </a:cxn>
              <a:cxn ang="0">
                <a:pos x="r" y="vc"/>
              </a:cxn>
            </a:cxnLst>
            <a:rect l="l" t="t" r="r" b="b"/>
            <a:pathLst>
              <a:path w="5366" h="1" fill="none">
                <a:moveTo>
                  <a:pt x="5366" y="0"/>
                </a:moveTo>
                <a:lnTo>
                  <a:pt x="0" y="1"/>
                </a:lnTo>
              </a:path>
            </a:pathLst>
          </a:custGeom>
          <a:noFill/>
          <a:ln w="38160">
            <a:solidFill>
              <a:srgbClr val="4F8754"/>
            </a:solidFill>
            <a:prstDash val="solid"/>
            <a:round/>
            <a:tailEnd type="arrow"/>
          </a:ln>
        </p:spPr>
        <p:txBody>
          <a:bodyPr vert="horz" wrap="square" lIns="90000" tIns="45000" rIns="90000" bIns="45000" anchor="t" anchorCtr="1"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Noto Sans CJK SC Regular" pitchFamily="2"/>
              <a:cs typeface="Nachlieli CLM" pitchFamily="2"/>
            </a:endParaRPr>
          </a:p>
        </p:txBody>
      </p:sp>
      <p:sp>
        <p:nvSpPr>
          <p:cNvPr id="6" name="Line 20">
            <a:extLst>
              <a:ext uri="{FF2B5EF4-FFF2-40B4-BE49-F238E27FC236}">
                <a16:creationId xmlns:a16="http://schemas.microsoft.com/office/drawing/2014/main" id="{1F8364AA-BCDA-DA27-188A-49C2562922D1}"/>
              </a:ext>
            </a:extLst>
          </p:cNvPr>
          <p:cNvSpPr/>
          <p:nvPr/>
        </p:nvSpPr>
        <p:spPr>
          <a:xfrm>
            <a:off x="2268000" y="6047640"/>
            <a:ext cx="1931399" cy="0"/>
          </a:xfrm>
          <a:custGeom>
            <a:avLst/>
            <a:gdLst/>
            <a:ahLst/>
            <a:cxnLst>
              <a:cxn ang="3cd4">
                <a:pos x="hc" y="t"/>
              </a:cxn>
              <a:cxn ang="cd2">
                <a:pos x="l" y="vc"/>
              </a:cxn>
              <a:cxn ang="cd4">
                <a:pos x="hc" y="b"/>
              </a:cxn>
              <a:cxn ang="0">
                <a:pos x="r" y="vc"/>
              </a:cxn>
            </a:cxnLst>
            <a:rect l="l" t="t" r="r" b="b"/>
            <a:pathLst>
              <a:path w="5366" h="1" fill="none">
                <a:moveTo>
                  <a:pt x="5366" y="0"/>
                </a:moveTo>
                <a:lnTo>
                  <a:pt x="0" y="1"/>
                </a:lnTo>
              </a:path>
            </a:pathLst>
          </a:custGeom>
          <a:noFill/>
          <a:ln w="38160">
            <a:solidFill>
              <a:srgbClr val="4F8754"/>
            </a:solidFill>
            <a:prstDash val="solid"/>
            <a:round/>
            <a:tailEnd type="arrow"/>
          </a:ln>
        </p:spPr>
        <p:txBody>
          <a:bodyPr vert="horz" wrap="square" lIns="90000" tIns="45000" rIns="90000" bIns="45000" anchor="t" anchorCtr="1"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Noto Sans CJK SC Regular" pitchFamily="2"/>
              <a:cs typeface="Nachlieli CLM" pitchFamily="2"/>
            </a:endParaRPr>
          </a:p>
        </p:txBody>
      </p:sp>
      <p:sp>
        <p:nvSpPr>
          <p:cNvPr id="7" name="Line 21">
            <a:extLst>
              <a:ext uri="{FF2B5EF4-FFF2-40B4-BE49-F238E27FC236}">
                <a16:creationId xmlns:a16="http://schemas.microsoft.com/office/drawing/2014/main" id="{3003CD94-44CB-3A75-2DBF-83AE00215698}"/>
              </a:ext>
            </a:extLst>
          </p:cNvPr>
          <p:cNvSpPr/>
          <p:nvPr/>
        </p:nvSpPr>
        <p:spPr>
          <a:xfrm>
            <a:off x="2267640" y="2267640"/>
            <a:ext cx="1847519" cy="2435400"/>
          </a:xfrm>
          <a:custGeom>
            <a:avLst/>
            <a:gdLst/>
            <a:ahLst/>
            <a:cxnLst>
              <a:cxn ang="3cd4">
                <a:pos x="hc" y="t"/>
              </a:cxn>
              <a:cxn ang="cd2">
                <a:pos x="l" y="vc"/>
              </a:cxn>
              <a:cxn ang="cd4">
                <a:pos x="hc" y="b"/>
              </a:cxn>
              <a:cxn ang="0">
                <a:pos x="r" y="vc"/>
              </a:cxn>
            </a:cxnLst>
            <a:rect l="l" t="t" r="r" b="b"/>
            <a:pathLst>
              <a:path w="5133" h="6766" fill="none">
                <a:moveTo>
                  <a:pt x="0" y="0"/>
                </a:moveTo>
                <a:lnTo>
                  <a:pt x="5133" y="6766"/>
                </a:lnTo>
              </a:path>
            </a:pathLst>
          </a:custGeom>
          <a:noFill/>
          <a:ln w="28440">
            <a:solidFill>
              <a:srgbClr val="0000FF"/>
            </a:solidFill>
            <a:prstDash val="solid"/>
            <a:round/>
            <a:tailEnd type="arrow"/>
          </a:ln>
        </p:spPr>
        <p:txBody>
          <a:bodyPr vert="horz" wrap="square" lIns="90000" tIns="45000" rIns="90000" bIns="45000" anchor="t" anchorCtr="1"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Noto Sans CJK SC Regular" pitchFamily="2"/>
              <a:cs typeface="Nachlieli CLM" pitchFamily="2"/>
            </a:endParaRPr>
          </a:p>
        </p:txBody>
      </p:sp>
      <p:sp>
        <p:nvSpPr>
          <p:cNvPr id="8" name="Line 23">
            <a:extLst>
              <a:ext uri="{FF2B5EF4-FFF2-40B4-BE49-F238E27FC236}">
                <a16:creationId xmlns:a16="http://schemas.microsoft.com/office/drawing/2014/main" id="{28AACD60-7A6E-6DDD-BBDB-D8E33BB2348E}"/>
              </a:ext>
            </a:extLst>
          </p:cNvPr>
          <p:cNvSpPr/>
          <p:nvPr/>
        </p:nvSpPr>
        <p:spPr>
          <a:xfrm>
            <a:off x="2267640" y="2520000"/>
            <a:ext cx="1931399" cy="2183400"/>
          </a:xfrm>
          <a:custGeom>
            <a:avLst/>
            <a:gdLst/>
            <a:ahLst/>
            <a:cxnLst>
              <a:cxn ang="3cd4">
                <a:pos x="hc" y="t"/>
              </a:cxn>
              <a:cxn ang="cd2">
                <a:pos x="l" y="vc"/>
              </a:cxn>
              <a:cxn ang="cd4">
                <a:pos x="hc" y="b"/>
              </a:cxn>
              <a:cxn ang="0">
                <a:pos x="r" y="vc"/>
              </a:cxn>
            </a:cxnLst>
            <a:rect l="l" t="t" r="r" b="b"/>
            <a:pathLst>
              <a:path w="5366" h="6066" fill="none">
                <a:moveTo>
                  <a:pt x="0" y="6066"/>
                </a:moveTo>
                <a:lnTo>
                  <a:pt x="5366" y="0"/>
                </a:lnTo>
              </a:path>
            </a:pathLst>
          </a:custGeom>
          <a:noFill/>
          <a:ln w="28440">
            <a:solidFill>
              <a:srgbClr val="0000FF"/>
            </a:solidFill>
            <a:prstDash val="solid"/>
            <a:round/>
            <a:tailEnd type="arrow"/>
          </a:ln>
        </p:spPr>
        <p:txBody>
          <a:bodyPr vert="horz" wrap="square" lIns="90000" tIns="45000" rIns="90000" bIns="45000" anchor="t" anchorCtr="1"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Noto Sans CJK SC Regular" pitchFamily="2"/>
              <a:cs typeface="Nachlieli CLM" pitchFamily="2"/>
            </a:endParaRPr>
          </a:p>
        </p:txBody>
      </p:sp>
      <p:sp>
        <p:nvSpPr>
          <p:cNvPr id="9" name="Line 24">
            <a:extLst>
              <a:ext uri="{FF2B5EF4-FFF2-40B4-BE49-F238E27FC236}">
                <a16:creationId xmlns:a16="http://schemas.microsoft.com/office/drawing/2014/main" id="{3DA40219-008D-093C-00E0-D9FB56CA85C5}"/>
              </a:ext>
            </a:extLst>
          </p:cNvPr>
          <p:cNvSpPr/>
          <p:nvPr/>
        </p:nvSpPr>
        <p:spPr>
          <a:xfrm>
            <a:off x="2183760" y="4871520"/>
            <a:ext cx="2015640" cy="1007640"/>
          </a:xfrm>
          <a:custGeom>
            <a:avLst/>
            <a:gdLst/>
            <a:ahLst/>
            <a:cxnLst>
              <a:cxn ang="3cd4">
                <a:pos x="hc" y="t"/>
              </a:cxn>
              <a:cxn ang="cd2">
                <a:pos x="l" y="vc"/>
              </a:cxn>
              <a:cxn ang="cd4">
                <a:pos x="hc" y="b"/>
              </a:cxn>
              <a:cxn ang="0">
                <a:pos x="r" y="vc"/>
              </a:cxn>
            </a:cxnLst>
            <a:rect l="l" t="t" r="r" b="b"/>
            <a:pathLst>
              <a:path w="5600" h="2800" fill="none">
                <a:moveTo>
                  <a:pt x="0" y="2800"/>
                </a:moveTo>
                <a:lnTo>
                  <a:pt x="5600" y="0"/>
                </a:lnTo>
              </a:path>
            </a:pathLst>
          </a:custGeom>
          <a:noFill/>
          <a:ln w="28440">
            <a:solidFill>
              <a:srgbClr val="0000FF"/>
            </a:solidFill>
            <a:prstDash val="solid"/>
            <a:round/>
            <a:tailEnd type="arrow"/>
          </a:ln>
        </p:spPr>
        <p:txBody>
          <a:bodyPr vert="horz" wrap="square" lIns="90000" tIns="45000" rIns="90000" bIns="45000" anchor="t" anchorCtr="1"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Noto Sans CJK SC Regular" pitchFamily="2"/>
              <a:cs typeface="Nachlieli CLM" pitchFamily="2"/>
            </a:endParaRPr>
          </a:p>
        </p:txBody>
      </p:sp>
      <p:sp>
        <p:nvSpPr>
          <p:cNvPr id="10" name="Line 25">
            <a:extLst>
              <a:ext uri="{FF2B5EF4-FFF2-40B4-BE49-F238E27FC236}">
                <a16:creationId xmlns:a16="http://schemas.microsoft.com/office/drawing/2014/main" id="{A1563AD1-C46D-93C9-17D9-D6F2FED15B90}"/>
              </a:ext>
            </a:extLst>
          </p:cNvPr>
          <p:cNvSpPr/>
          <p:nvPr/>
        </p:nvSpPr>
        <p:spPr>
          <a:xfrm>
            <a:off x="2267640" y="2351520"/>
            <a:ext cx="1847519" cy="1091880"/>
          </a:xfrm>
          <a:custGeom>
            <a:avLst/>
            <a:gdLst/>
            <a:ahLst/>
            <a:cxnLst>
              <a:cxn ang="3cd4">
                <a:pos x="hc" y="t"/>
              </a:cxn>
              <a:cxn ang="cd2">
                <a:pos x="l" y="vc"/>
              </a:cxn>
              <a:cxn ang="cd4">
                <a:pos x="hc" y="b"/>
              </a:cxn>
              <a:cxn ang="0">
                <a:pos x="r" y="vc"/>
              </a:cxn>
            </a:cxnLst>
            <a:rect l="l" t="t" r="r" b="b"/>
            <a:pathLst>
              <a:path w="5133" h="3034" fill="none">
                <a:moveTo>
                  <a:pt x="0" y="3034"/>
                </a:moveTo>
                <a:lnTo>
                  <a:pt x="5133" y="0"/>
                </a:lnTo>
              </a:path>
            </a:pathLst>
          </a:custGeom>
          <a:noFill/>
          <a:ln w="28440">
            <a:solidFill>
              <a:srgbClr val="0000FF"/>
            </a:solidFill>
            <a:prstDash val="solid"/>
            <a:round/>
            <a:tailEnd type="arrow"/>
          </a:ln>
        </p:spPr>
        <p:txBody>
          <a:bodyPr vert="horz" wrap="square" lIns="90000" tIns="45000" rIns="90000" bIns="45000" anchor="t" anchorCtr="1"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Noto Sans CJK SC Regular" pitchFamily="2"/>
              <a:cs typeface="Nachlieli CLM" pitchFamily="2"/>
            </a:endParaRPr>
          </a:p>
        </p:txBody>
      </p:sp>
      <p:sp>
        <p:nvSpPr>
          <p:cNvPr id="11" name="Line 33">
            <a:extLst>
              <a:ext uri="{FF2B5EF4-FFF2-40B4-BE49-F238E27FC236}">
                <a16:creationId xmlns:a16="http://schemas.microsoft.com/office/drawing/2014/main" id="{5CCC58BD-3124-4369-D5C1-EC2BB2EB6B12}"/>
              </a:ext>
            </a:extLst>
          </p:cNvPr>
          <p:cNvSpPr/>
          <p:nvPr/>
        </p:nvSpPr>
        <p:spPr>
          <a:xfrm>
            <a:off x="2351520" y="6215759"/>
            <a:ext cx="1847880" cy="0"/>
          </a:xfrm>
          <a:custGeom>
            <a:avLst/>
            <a:gdLst/>
            <a:ahLst/>
            <a:cxnLst>
              <a:cxn ang="3cd4">
                <a:pos x="hc" y="t"/>
              </a:cxn>
              <a:cxn ang="cd2">
                <a:pos x="l" y="vc"/>
              </a:cxn>
              <a:cxn ang="cd4">
                <a:pos x="hc" y="b"/>
              </a:cxn>
              <a:cxn ang="0">
                <a:pos x="r" y="vc"/>
              </a:cxn>
            </a:cxnLst>
            <a:rect l="l" t="t" r="r" b="b"/>
            <a:pathLst>
              <a:path w="5134" h="1" fill="none">
                <a:moveTo>
                  <a:pt x="0" y="0"/>
                </a:moveTo>
                <a:lnTo>
                  <a:pt x="5134" y="1"/>
                </a:lnTo>
              </a:path>
            </a:pathLst>
          </a:custGeom>
          <a:noFill/>
          <a:ln w="28440">
            <a:solidFill>
              <a:srgbClr val="0000FF"/>
            </a:solidFill>
            <a:prstDash val="solid"/>
            <a:round/>
            <a:tailEnd type="arrow"/>
          </a:ln>
        </p:spPr>
        <p:txBody>
          <a:bodyPr vert="horz" wrap="square" lIns="90000" tIns="45000" rIns="90000" bIns="45000" anchor="t" anchorCtr="1"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Noto Sans CJK SC Regular" pitchFamily="2"/>
              <a:cs typeface="Nachlieli CLM" pitchFamily="2"/>
            </a:endParaRPr>
          </a:p>
        </p:txBody>
      </p:sp>
      <p:sp>
        <p:nvSpPr>
          <p:cNvPr id="12" name="Line 34">
            <a:extLst>
              <a:ext uri="{FF2B5EF4-FFF2-40B4-BE49-F238E27FC236}">
                <a16:creationId xmlns:a16="http://schemas.microsoft.com/office/drawing/2014/main" id="{4B157ED3-5C68-F545-A6C8-6839C9DC42B1}"/>
              </a:ext>
            </a:extLst>
          </p:cNvPr>
          <p:cNvSpPr/>
          <p:nvPr/>
        </p:nvSpPr>
        <p:spPr>
          <a:xfrm>
            <a:off x="2267640" y="3611520"/>
            <a:ext cx="1847519" cy="2351880"/>
          </a:xfrm>
          <a:custGeom>
            <a:avLst/>
            <a:gdLst/>
            <a:ahLst/>
            <a:cxnLst>
              <a:cxn ang="3cd4">
                <a:pos x="hc" y="t"/>
              </a:cxn>
              <a:cxn ang="cd2">
                <a:pos x="l" y="vc"/>
              </a:cxn>
              <a:cxn ang="cd4">
                <a:pos x="hc" y="b"/>
              </a:cxn>
              <a:cxn ang="0">
                <a:pos x="r" y="vc"/>
              </a:cxn>
            </a:cxnLst>
            <a:rect l="l" t="t" r="r" b="b"/>
            <a:pathLst>
              <a:path w="5133" h="6534" fill="none">
                <a:moveTo>
                  <a:pt x="0" y="0"/>
                </a:moveTo>
                <a:lnTo>
                  <a:pt x="5133" y="6534"/>
                </a:lnTo>
              </a:path>
            </a:pathLst>
          </a:custGeom>
          <a:noFill/>
          <a:ln w="28440">
            <a:solidFill>
              <a:srgbClr val="0000FF"/>
            </a:solidFill>
            <a:prstDash val="solid"/>
            <a:round/>
            <a:tailEnd type="arrow"/>
          </a:ln>
        </p:spPr>
        <p:txBody>
          <a:bodyPr vert="horz" wrap="square" lIns="90000" tIns="45000" rIns="90000" bIns="45000" anchor="t" anchorCtr="1"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Noto Sans CJK SC Regular" pitchFamily="2"/>
              <a:cs typeface="Nachlieli CLM" pitchFamily="2"/>
            </a:endParaRPr>
          </a:p>
        </p:txBody>
      </p:sp>
      <p:sp>
        <p:nvSpPr>
          <p:cNvPr id="13" name="Line 35">
            <a:extLst>
              <a:ext uri="{FF2B5EF4-FFF2-40B4-BE49-F238E27FC236}">
                <a16:creationId xmlns:a16="http://schemas.microsoft.com/office/drawing/2014/main" id="{69C574A6-8180-5AC1-29C6-339B8C9EFF0B}"/>
              </a:ext>
            </a:extLst>
          </p:cNvPr>
          <p:cNvSpPr/>
          <p:nvPr/>
        </p:nvSpPr>
        <p:spPr>
          <a:xfrm>
            <a:off x="2351520" y="3695760"/>
            <a:ext cx="1847880" cy="0"/>
          </a:xfrm>
          <a:custGeom>
            <a:avLst/>
            <a:gdLst/>
            <a:ahLst/>
            <a:cxnLst>
              <a:cxn ang="3cd4">
                <a:pos x="hc" y="t"/>
              </a:cxn>
              <a:cxn ang="cd2">
                <a:pos x="l" y="vc"/>
              </a:cxn>
              <a:cxn ang="cd4">
                <a:pos x="hc" y="b"/>
              </a:cxn>
              <a:cxn ang="0">
                <a:pos x="r" y="vc"/>
              </a:cxn>
            </a:cxnLst>
            <a:rect l="l" t="t" r="r" b="b"/>
            <a:pathLst>
              <a:path w="5134" h="1" fill="none">
                <a:moveTo>
                  <a:pt x="0" y="0"/>
                </a:moveTo>
                <a:lnTo>
                  <a:pt x="5134" y="1"/>
                </a:lnTo>
              </a:path>
            </a:pathLst>
          </a:custGeom>
          <a:noFill/>
          <a:ln w="28440">
            <a:solidFill>
              <a:srgbClr val="0000FF"/>
            </a:solidFill>
            <a:prstDash val="solid"/>
            <a:round/>
            <a:tailEnd type="arrow"/>
          </a:ln>
        </p:spPr>
        <p:txBody>
          <a:bodyPr vert="horz" wrap="square" lIns="90000" tIns="45000" rIns="90000" bIns="45000" anchor="t" anchorCtr="1"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Noto Sans CJK SC Regular" pitchFamily="2"/>
              <a:cs typeface="Nachlieli CLM" pitchFamily="2"/>
            </a:endParaRPr>
          </a:p>
        </p:txBody>
      </p:sp>
      <p:sp>
        <p:nvSpPr>
          <p:cNvPr id="14" name="Line 41">
            <a:extLst>
              <a:ext uri="{FF2B5EF4-FFF2-40B4-BE49-F238E27FC236}">
                <a16:creationId xmlns:a16="http://schemas.microsoft.com/office/drawing/2014/main" id="{CC849B15-07AD-5F44-7D1B-C5AE9BCD74E8}"/>
              </a:ext>
            </a:extLst>
          </p:cNvPr>
          <p:cNvSpPr/>
          <p:nvPr/>
        </p:nvSpPr>
        <p:spPr>
          <a:xfrm>
            <a:off x="2183760" y="2435760"/>
            <a:ext cx="1931399" cy="2183400"/>
          </a:xfrm>
          <a:custGeom>
            <a:avLst/>
            <a:gdLst/>
            <a:ahLst/>
            <a:cxnLst>
              <a:cxn ang="3cd4">
                <a:pos x="hc" y="t"/>
              </a:cxn>
              <a:cxn ang="cd2">
                <a:pos x="l" y="vc"/>
              </a:cxn>
              <a:cxn ang="cd4">
                <a:pos x="hc" y="b"/>
              </a:cxn>
              <a:cxn ang="0">
                <a:pos x="r" y="vc"/>
              </a:cxn>
            </a:cxnLst>
            <a:rect l="l" t="t" r="r" b="b"/>
            <a:pathLst>
              <a:path w="5366" h="6066" fill="none">
                <a:moveTo>
                  <a:pt x="0" y="6066"/>
                </a:moveTo>
                <a:lnTo>
                  <a:pt x="5366" y="0"/>
                </a:lnTo>
              </a:path>
            </a:pathLst>
          </a:custGeom>
          <a:noFill/>
          <a:ln w="28440">
            <a:solidFill>
              <a:srgbClr val="FF0000"/>
            </a:solidFill>
            <a:prstDash val="solid"/>
            <a:round/>
            <a:headEnd type="arrow"/>
            <a:tailEnd type="arrow"/>
          </a:ln>
        </p:spPr>
        <p:txBody>
          <a:bodyPr vert="horz" wrap="square" lIns="90000" tIns="45000" rIns="90000" bIns="45000" anchor="t" anchorCtr="1"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Noto Sans CJK SC Regular" pitchFamily="2"/>
              <a:cs typeface="Nachlieli CLM" pitchFamily="2"/>
            </a:endParaRPr>
          </a:p>
        </p:txBody>
      </p:sp>
      <p:sp>
        <p:nvSpPr>
          <p:cNvPr id="15" name="Line 42">
            <a:extLst>
              <a:ext uri="{FF2B5EF4-FFF2-40B4-BE49-F238E27FC236}">
                <a16:creationId xmlns:a16="http://schemas.microsoft.com/office/drawing/2014/main" id="{1D4AB173-61D3-3971-191A-A3EE9E8886F5}"/>
              </a:ext>
            </a:extLst>
          </p:cNvPr>
          <p:cNvSpPr/>
          <p:nvPr/>
        </p:nvSpPr>
        <p:spPr>
          <a:xfrm>
            <a:off x="2268000" y="6131520"/>
            <a:ext cx="1847519" cy="0"/>
          </a:xfrm>
          <a:custGeom>
            <a:avLst/>
            <a:gdLst/>
            <a:ahLst/>
            <a:cxnLst>
              <a:cxn ang="3cd4">
                <a:pos x="hc" y="t"/>
              </a:cxn>
              <a:cxn ang="cd2">
                <a:pos x="l" y="vc"/>
              </a:cxn>
              <a:cxn ang="cd4">
                <a:pos x="hc" y="b"/>
              </a:cxn>
              <a:cxn ang="0">
                <a:pos x="r" y="vc"/>
              </a:cxn>
            </a:cxnLst>
            <a:rect l="l" t="t" r="r" b="b"/>
            <a:pathLst>
              <a:path w="5133" h="1" fill="none">
                <a:moveTo>
                  <a:pt x="0" y="0"/>
                </a:moveTo>
                <a:lnTo>
                  <a:pt x="5133" y="1"/>
                </a:lnTo>
              </a:path>
            </a:pathLst>
          </a:custGeom>
          <a:noFill/>
          <a:ln w="28440">
            <a:solidFill>
              <a:srgbClr val="FF0000"/>
            </a:solidFill>
            <a:prstDash val="solid"/>
            <a:round/>
            <a:headEnd type="arrow"/>
            <a:tailEnd type="arrow"/>
          </a:ln>
        </p:spPr>
        <p:txBody>
          <a:bodyPr vert="horz" wrap="square" lIns="90000" tIns="45000" rIns="90000" bIns="45000" anchor="t" anchorCtr="1"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Noto Sans CJK SC Regular" pitchFamily="2"/>
              <a:cs typeface="Nachlieli CLM" pitchFamily="2"/>
            </a:endParaRPr>
          </a:p>
        </p:txBody>
      </p:sp>
      <p:sp>
        <p:nvSpPr>
          <p:cNvPr id="16" name="Line 43">
            <a:extLst>
              <a:ext uri="{FF2B5EF4-FFF2-40B4-BE49-F238E27FC236}">
                <a16:creationId xmlns:a16="http://schemas.microsoft.com/office/drawing/2014/main" id="{48978857-31CB-4E96-3D38-8C9DAA45D56B}"/>
              </a:ext>
            </a:extLst>
          </p:cNvPr>
          <p:cNvSpPr/>
          <p:nvPr/>
        </p:nvSpPr>
        <p:spPr>
          <a:xfrm>
            <a:off x="2268000" y="2268000"/>
            <a:ext cx="1847519" cy="2435400"/>
          </a:xfrm>
          <a:custGeom>
            <a:avLst/>
            <a:gdLst/>
            <a:ahLst/>
            <a:cxnLst>
              <a:cxn ang="3cd4">
                <a:pos x="hc" y="t"/>
              </a:cxn>
              <a:cxn ang="cd2">
                <a:pos x="l" y="vc"/>
              </a:cxn>
              <a:cxn ang="cd4">
                <a:pos x="hc" y="b"/>
              </a:cxn>
              <a:cxn ang="0">
                <a:pos x="r" y="vc"/>
              </a:cxn>
            </a:cxnLst>
            <a:rect l="l" t="t" r="r" b="b"/>
            <a:pathLst>
              <a:path w="5133" h="6766" fill="none">
                <a:moveTo>
                  <a:pt x="0" y="0"/>
                </a:moveTo>
                <a:lnTo>
                  <a:pt x="5133" y="6766"/>
                </a:lnTo>
              </a:path>
            </a:pathLst>
          </a:custGeom>
          <a:noFill/>
          <a:ln w="28440">
            <a:solidFill>
              <a:srgbClr val="FF0000"/>
            </a:solidFill>
            <a:prstDash val="solid"/>
            <a:round/>
            <a:headEnd type="arrow"/>
            <a:tailEnd type="arrow"/>
          </a:ln>
        </p:spPr>
        <p:txBody>
          <a:bodyPr vert="horz" wrap="square" lIns="90000" tIns="45000" rIns="90000" bIns="45000" anchor="t" anchorCtr="1"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Noto Sans CJK SC Regular" pitchFamily="2"/>
              <a:cs typeface="Nachlieli CLM" pitchFamily="2"/>
            </a:endParaRPr>
          </a:p>
        </p:txBody>
      </p:sp>
      <p:sp>
        <p:nvSpPr>
          <p:cNvPr id="17" name="Line 44">
            <a:extLst>
              <a:ext uri="{FF2B5EF4-FFF2-40B4-BE49-F238E27FC236}">
                <a16:creationId xmlns:a16="http://schemas.microsoft.com/office/drawing/2014/main" id="{48595817-C493-9A22-F9E9-D58A0739E4B7}"/>
              </a:ext>
            </a:extLst>
          </p:cNvPr>
          <p:cNvSpPr/>
          <p:nvPr/>
        </p:nvSpPr>
        <p:spPr>
          <a:xfrm>
            <a:off x="2351520" y="3611520"/>
            <a:ext cx="1847880" cy="0"/>
          </a:xfrm>
          <a:custGeom>
            <a:avLst/>
            <a:gdLst/>
            <a:ahLst/>
            <a:cxnLst>
              <a:cxn ang="3cd4">
                <a:pos x="hc" y="t"/>
              </a:cxn>
              <a:cxn ang="cd2">
                <a:pos x="l" y="vc"/>
              </a:cxn>
              <a:cxn ang="cd4">
                <a:pos x="hc" y="b"/>
              </a:cxn>
              <a:cxn ang="0">
                <a:pos x="r" y="vc"/>
              </a:cxn>
            </a:cxnLst>
            <a:rect l="l" t="t" r="r" b="b"/>
            <a:pathLst>
              <a:path w="5134" h="1" fill="none">
                <a:moveTo>
                  <a:pt x="0" y="0"/>
                </a:moveTo>
                <a:lnTo>
                  <a:pt x="5134" y="1"/>
                </a:lnTo>
              </a:path>
            </a:pathLst>
          </a:custGeom>
          <a:noFill/>
          <a:ln w="28440">
            <a:solidFill>
              <a:srgbClr val="FF0000"/>
            </a:solidFill>
            <a:prstDash val="solid"/>
            <a:round/>
            <a:headEnd type="arrow"/>
            <a:tailEnd type="arrow"/>
          </a:ln>
        </p:spPr>
        <p:txBody>
          <a:bodyPr vert="horz" wrap="square" lIns="90000" tIns="45000" rIns="90000" bIns="45000" anchor="t" anchorCtr="1"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Noto Sans CJK SC Regular" pitchFamily="2"/>
              <a:cs typeface="Nachlieli CLM" pitchFamily="2"/>
            </a:endParaRPr>
          </a:p>
        </p:txBody>
      </p:sp>
      <p:pic>
        <p:nvPicPr>
          <p:cNvPr id="18" name="Picture 46">
            <a:extLst>
              <a:ext uri="{FF2B5EF4-FFF2-40B4-BE49-F238E27FC236}">
                <a16:creationId xmlns:a16="http://schemas.microsoft.com/office/drawing/2014/main" id="{22953C84-F885-4E96-8C32-25E54597399E}"/>
              </a:ext>
            </a:extLst>
          </p:cNvPr>
          <p:cNvPicPr>
            <a:picLocks noChangeAspect="1"/>
          </p:cNvPicPr>
          <p:nvPr/>
        </p:nvPicPr>
        <p:blipFill>
          <a:blip r:embed="rId3">
            <a:lum/>
            <a:alphaModFix/>
          </a:blip>
          <a:srcRect/>
          <a:stretch>
            <a:fillRect/>
          </a:stretch>
        </p:blipFill>
        <p:spPr>
          <a:xfrm>
            <a:off x="4276800" y="1556279"/>
            <a:ext cx="1808999" cy="1086120"/>
          </a:xfrm>
          <a:prstGeom prst="rect">
            <a:avLst/>
          </a:prstGeom>
          <a:noFill/>
          <a:ln>
            <a:noFill/>
          </a:ln>
        </p:spPr>
      </p:pic>
      <p:pic>
        <p:nvPicPr>
          <p:cNvPr id="19" name="Picture 47">
            <a:extLst>
              <a:ext uri="{FF2B5EF4-FFF2-40B4-BE49-F238E27FC236}">
                <a16:creationId xmlns:a16="http://schemas.microsoft.com/office/drawing/2014/main" id="{EFF404B1-4A88-7D6E-4BED-C4BD6935E9E2}"/>
              </a:ext>
            </a:extLst>
          </p:cNvPr>
          <p:cNvPicPr>
            <a:picLocks noChangeAspect="1"/>
          </p:cNvPicPr>
          <p:nvPr/>
        </p:nvPicPr>
        <p:blipFill>
          <a:blip r:embed="rId4">
            <a:lum/>
            <a:alphaModFix/>
          </a:blip>
          <a:srcRect/>
          <a:stretch>
            <a:fillRect/>
          </a:stretch>
        </p:blipFill>
        <p:spPr>
          <a:xfrm>
            <a:off x="4244759" y="2957759"/>
            <a:ext cx="1868760" cy="1139400"/>
          </a:xfrm>
          <a:prstGeom prst="rect">
            <a:avLst/>
          </a:prstGeom>
          <a:noFill/>
          <a:ln>
            <a:noFill/>
          </a:ln>
        </p:spPr>
      </p:pic>
      <p:pic>
        <p:nvPicPr>
          <p:cNvPr id="20" name="Picture 50">
            <a:extLst>
              <a:ext uri="{FF2B5EF4-FFF2-40B4-BE49-F238E27FC236}">
                <a16:creationId xmlns:a16="http://schemas.microsoft.com/office/drawing/2014/main" id="{8B38E853-0035-C89C-8A52-A587D9517A13}"/>
              </a:ext>
            </a:extLst>
          </p:cNvPr>
          <p:cNvPicPr>
            <a:picLocks noChangeAspect="1"/>
          </p:cNvPicPr>
          <p:nvPr/>
        </p:nvPicPr>
        <p:blipFill>
          <a:blip r:embed="rId5">
            <a:lum/>
            <a:alphaModFix/>
          </a:blip>
          <a:srcRect/>
          <a:stretch>
            <a:fillRect/>
          </a:stretch>
        </p:blipFill>
        <p:spPr>
          <a:xfrm>
            <a:off x="4310280" y="4263480"/>
            <a:ext cx="1705680" cy="1261080"/>
          </a:xfrm>
          <a:prstGeom prst="rect">
            <a:avLst/>
          </a:prstGeom>
          <a:noFill/>
          <a:ln>
            <a:noFill/>
          </a:ln>
        </p:spPr>
      </p:pic>
      <p:pic>
        <p:nvPicPr>
          <p:cNvPr id="21" name="Picture 52">
            <a:extLst>
              <a:ext uri="{FF2B5EF4-FFF2-40B4-BE49-F238E27FC236}">
                <a16:creationId xmlns:a16="http://schemas.microsoft.com/office/drawing/2014/main" id="{BB1ADB46-A619-5318-E6E3-3B81D82C89E3}"/>
              </a:ext>
            </a:extLst>
          </p:cNvPr>
          <p:cNvPicPr>
            <a:picLocks noChangeAspect="1"/>
          </p:cNvPicPr>
          <p:nvPr/>
        </p:nvPicPr>
        <p:blipFill>
          <a:blip r:embed="rId6">
            <a:lum/>
            <a:alphaModFix/>
          </a:blip>
          <a:srcRect/>
          <a:stretch>
            <a:fillRect/>
          </a:stretch>
        </p:blipFill>
        <p:spPr>
          <a:xfrm>
            <a:off x="4283640" y="5711760"/>
            <a:ext cx="1763640" cy="1144080"/>
          </a:xfrm>
          <a:prstGeom prst="rect">
            <a:avLst/>
          </a:prstGeom>
          <a:noFill/>
          <a:ln>
            <a:noFill/>
          </a:ln>
        </p:spPr>
      </p:pic>
      <p:pic>
        <p:nvPicPr>
          <p:cNvPr id="22" name="Picture 54">
            <a:extLst>
              <a:ext uri="{FF2B5EF4-FFF2-40B4-BE49-F238E27FC236}">
                <a16:creationId xmlns:a16="http://schemas.microsoft.com/office/drawing/2014/main" id="{935B7E66-B571-D722-97C8-A44A1AF6FF9D}"/>
              </a:ext>
            </a:extLst>
          </p:cNvPr>
          <p:cNvPicPr>
            <a:picLocks noChangeAspect="1"/>
          </p:cNvPicPr>
          <p:nvPr/>
        </p:nvPicPr>
        <p:blipFill>
          <a:blip r:embed="rId7">
            <a:lum/>
            <a:alphaModFix/>
          </a:blip>
          <a:srcRect/>
          <a:stretch>
            <a:fillRect/>
          </a:stretch>
        </p:blipFill>
        <p:spPr>
          <a:xfrm>
            <a:off x="8217360" y="4619880"/>
            <a:ext cx="1761119" cy="1057680"/>
          </a:xfrm>
          <a:prstGeom prst="rect">
            <a:avLst/>
          </a:prstGeom>
          <a:noFill/>
          <a:ln>
            <a:noFill/>
          </a:ln>
        </p:spPr>
      </p:pic>
      <p:pic>
        <p:nvPicPr>
          <p:cNvPr id="23" name="Picture 55">
            <a:extLst>
              <a:ext uri="{FF2B5EF4-FFF2-40B4-BE49-F238E27FC236}">
                <a16:creationId xmlns:a16="http://schemas.microsoft.com/office/drawing/2014/main" id="{25C602AE-9816-A9AF-7CEC-42DA23951188}"/>
              </a:ext>
            </a:extLst>
          </p:cNvPr>
          <p:cNvPicPr>
            <a:picLocks noChangeAspect="1"/>
          </p:cNvPicPr>
          <p:nvPr/>
        </p:nvPicPr>
        <p:blipFill>
          <a:blip r:embed="rId4">
            <a:lum/>
            <a:alphaModFix/>
          </a:blip>
          <a:srcRect/>
          <a:stretch>
            <a:fillRect/>
          </a:stretch>
        </p:blipFill>
        <p:spPr>
          <a:xfrm>
            <a:off x="8214840" y="3287159"/>
            <a:ext cx="1763640" cy="1074960"/>
          </a:xfrm>
          <a:prstGeom prst="rect">
            <a:avLst/>
          </a:prstGeom>
          <a:noFill/>
          <a:ln>
            <a:noFill/>
          </a:ln>
        </p:spPr>
      </p:pic>
      <p:pic>
        <p:nvPicPr>
          <p:cNvPr id="24" name="Picture 58">
            <a:extLst>
              <a:ext uri="{FF2B5EF4-FFF2-40B4-BE49-F238E27FC236}">
                <a16:creationId xmlns:a16="http://schemas.microsoft.com/office/drawing/2014/main" id="{B7416DFF-0319-B57F-032D-F44EBA586B8E}"/>
              </a:ext>
            </a:extLst>
          </p:cNvPr>
          <p:cNvPicPr>
            <a:picLocks noChangeAspect="1"/>
          </p:cNvPicPr>
          <p:nvPr/>
        </p:nvPicPr>
        <p:blipFill>
          <a:blip r:embed="rId5">
            <a:lum/>
            <a:alphaModFix/>
          </a:blip>
          <a:srcRect/>
          <a:stretch>
            <a:fillRect/>
          </a:stretch>
        </p:blipFill>
        <p:spPr>
          <a:xfrm>
            <a:off x="8242920" y="1847880"/>
            <a:ext cx="1741320" cy="1287720"/>
          </a:xfrm>
          <a:prstGeom prst="rect">
            <a:avLst/>
          </a:prstGeom>
          <a:noFill/>
          <a:ln>
            <a:noFill/>
          </a:ln>
        </p:spPr>
      </p:pic>
      <p:pic>
        <p:nvPicPr>
          <p:cNvPr id="25" name="Picture 60">
            <a:extLst>
              <a:ext uri="{FF2B5EF4-FFF2-40B4-BE49-F238E27FC236}">
                <a16:creationId xmlns:a16="http://schemas.microsoft.com/office/drawing/2014/main" id="{311D8E5A-31BC-AA62-95A5-8A359D8E7D79}"/>
              </a:ext>
            </a:extLst>
          </p:cNvPr>
          <p:cNvPicPr>
            <a:picLocks noChangeAspect="1"/>
          </p:cNvPicPr>
          <p:nvPr/>
        </p:nvPicPr>
        <p:blipFill>
          <a:blip r:embed="rId6">
            <a:lum/>
            <a:alphaModFix/>
          </a:blip>
          <a:srcRect/>
          <a:stretch>
            <a:fillRect/>
          </a:stretch>
        </p:blipFill>
        <p:spPr>
          <a:xfrm>
            <a:off x="8231760" y="5879880"/>
            <a:ext cx="1763640" cy="1144080"/>
          </a:xfrm>
          <a:prstGeom prst="rect">
            <a:avLst/>
          </a:prstGeom>
          <a:noFill/>
          <a:ln>
            <a:noFill/>
          </a:ln>
        </p:spPr>
      </p:pic>
      <p:pic>
        <p:nvPicPr>
          <p:cNvPr id="26" name="Picture 25">
            <a:extLst>
              <a:ext uri="{FF2B5EF4-FFF2-40B4-BE49-F238E27FC236}">
                <a16:creationId xmlns:a16="http://schemas.microsoft.com/office/drawing/2014/main" id="{874236BE-D9FA-3D34-2D00-151DB77954D2}"/>
              </a:ext>
            </a:extLst>
          </p:cNvPr>
          <p:cNvPicPr>
            <a:picLocks noChangeAspect="1"/>
          </p:cNvPicPr>
          <p:nvPr/>
        </p:nvPicPr>
        <p:blipFill>
          <a:blip r:embed="rId8">
            <a:lum/>
            <a:alphaModFix/>
          </a:blip>
          <a:srcRect l="17498" t="32616" r="69178" b="39637"/>
          <a:stretch>
            <a:fillRect/>
          </a:stretch>
        </p:blipFill>
        <p:spPr>
          <a:xfrm rot="240000">
            <a:off x="873611" y="967824"/>
            <a:ext cx="1334880" cy="1752479"/>
          </a:xfrm>
          <a:prstGeom prst="rect">
            <a:avLst/>
          </a:prstGeom>
          <a:noFill/>
          <a:ln>
            <a:noFill/>
          </a:ln>
        </p:spPr>
      </p:pic>
      <p:pic>
        <p:nvPicPr>
          <p:cNvPr id="27" name="Picture 26">
            <a:extLst>
              <a:ext uri="{FF2B5EF4-FFF2-40B4-BE49-F238E27FC236}">
                <a16:creationId xmlns:a16="http://schemas.microsoft.com/office/drawing/2014/main" id="{021E3C11-8F92-3D24-B751-2F6AC67592F2}"/>
              </a:ext>
            </a:extLst>
          </p:cNvPr>
          <p:cNvPicPr>
            <a:picLocks noChangeAspect="1"/>
          </p:cNvPicPr>
          <p:nvPr/>
        </p:nvPicPr>
        <p:blipFill>
          <a:blip r:embed="rId8">
            <a:lum/>
            <a:alphaModFix/>
          </a:blip>
          <a:srcRect l="18332" t="-1716" r="69178" b="72675"/>
          <a:stretch>
            <a:fillRect/>
          </a:stretch>
        </p:blipFill>
        <p:spPr>
          <a:xfrm>
            <a:off x="1186920" y="2764800"/>
            <a:ext cx="996840" cy="1463039"/>
          </a:xfrm>
          <a:prstGeom prst="rect">
            <a:avLst/>
          </a:prstGeom>
          <a:noFill/>
          <a:ln>
            <a:noFill/>
          </a:ln>
        </p:spPr>
      </p:pic>
      <p:pic>
        <p:nvPicPr>
          <p:cNvPr id="28" name="Picture 27">
            <a:extLst>
              <a:ext uri="{FF2B5EF4-FFF2-40B4-BE49-F238E27FC236}">
                <a16:creationId xmlns:a16="http://schemas.microsoft.com/office/drawing/2014/main" id="{0A4E8CD3-0CD5-42DF-350E-40C6ECF0F3C9}"/>
              </a:ext>
            </a:extLst>
          </p:cNvPr>
          <p:cNvPicPr>
            <a:picLocks noChangeAspect="1"/>
          </p:cNvPicPr>
          <p:nvPr/>
        </p:nvPicPr>
        <p:blipFill>
          <a:blip r:embed="rId9">
            <a:lum/>
            <a:alphaModFix/>
          </a:blip>
          <a:srcRect l="70273" t="32970" r="16998" b="39522"/>
          <a:stretch>
            <a:fillRect/>
          </a:stretch>
        </p:blipFill>
        <p:spPr>
          <a:xfrm>
            <a:off x="914400" y="5760720"/>
            <a:ext cx="1166040" cy="1554479"/>
          </a:xfrm>
          <a:prstGeom prst="rect">
            <a:avLst/>
          </a:prstGeom>
          <a:noFill/>
          <a:ln>
            <a:noFill/>
          </a:ln>
        </p:spPr>
      </p:pic>
      <p:pic>
        <p:nvPicPr>
          <p:cNvPr id="29" name="Picture 28">
            <a:extLst>
              <a:ext uri="{FF2B5EF4-FFF2-40B4-BE49-F238E27FC236}">
                <a16:creationId xmlns:a16="http://schemas.microsoft.com/office/drawing/2014/main" id="{CDCD8F4F-28D4-6D10-68B4-2FB0E7CD32FD}"/>
              </a:ext>
            </a:extLst>
          </p:cNvPr>
          <p:cNvPicPr>
            <a:picLocks noChangeAspect="1"/>
          </p:cNvPicPr>
          <p:nvPr/>
        </p:nvPicPr>
        <p:blipFill>
          <a:blip r:embed="rId9">
            <a:lum/>
            <a:alphaModFix/>
          </a:blip>
          <a:srcRect l="1778" t="67087" r="85505" b="5404"/>
          <a:stretch>
            <a:fillRect/>
          </a:stretch>
        </p:blipFill>
        <p:spPr>
          <a:xfrm>
            <a:off x="1188719" y="4389120"/>
            <a:ext cx="891720" cy="1188719"/>
          </a:xfrm>
          <a:prstGeom prst="rect">
            <a:avLst/>
          </a:prstGeom>
          <a:noFill/>
          <a:ln>
            <a:noFill/>
          </a:ln>
        </p:spPr>
      </p:pic>
      <p:pic>
        <p:nvPicPr>
          <p:cNvPr id="30" name="Picture 29">
            <a:extLst>
              <a:ext uri="{FF2B5EF4-FFF2-40B4-BE49-F238E27FC236}">
                <a16:creationId xmlns:a16="http://schemas.microsoft.com/office/drawing/2014/main" id="{A84D51F3-B981-5379-FBB3-A8C97969532C}"/>
              </a:ext>
            </a:extLst>
          </p:cNvPr>
          <p:cNvPicPr>
            <a:picLocks noChangeAspect="1"/>
          </p:cNvPicPr>
          <p:nvPr/>
        </p:nvPicPr>
        <p:blipFill>
          <a:blip r:embed="rId8">
            <a:lum/>
            <a:alphaModFix/>
          </a:blip>
          <a:srcRect l="17498" t="32616" r="69178" b="39637"/>
          <a:stretch>
            <a:fillRect/>
          </a:stretch>
        </p:blipFill>
        <p:spPr>
          <a:xfrm rot="240000">
            <a:off x="6734770" y="1416023"/>
            <a:ext cx="1334880" cy="1752479"/>
          </a:xfrm>
          <a:prstGeom prst="rect">
            <a:avLst/>
          </a:prstGeom>
          <a:noFill/>
          <a:ln>
            <a:noFill/>
          </a:ln>
        </p:spPr>
      </p:pic>
      <p:pic>
        <p:nvPicPr>
          <p:cNvPr id="31" name="Picture 30">
            <a:extLst>
              <a:ext uri="{FF2B5EF4-FFF2-40B4-BE49-F238E27FC236}">
                <a16:creationId xmlns:a16="http://schemas.microsoft.com/office/drawing/2014/main" id="{8FD4D6AA-DA79-EDCB-EB89-3ED941F63D4B}"/>
              </a:ext>
            </a:extLst>
          </p:cNvPr>
          <p:cNvPicPr>
            <a:picLocks noChangeAspect="1"/>
          </p:cNvPicPr>
          <p:nvPr/>
        </p:nvPicPr>
        <p:blipFill>
          <a:blip r:embed="rId9">
            <a:lum/>
            <a:alphaModFix/>
          </a:blip>
          <a:srcRect l="1778" t="67087" r="85505" b="5404"/>
          <a:stretch>
            <a:fillRect/>
          </a:stretch>
        </p:blipFill>
        <p:spPr>
          <a:xfrm>
            <a:off x="6782760" y="4572000"/>
            <a:ext cx="989640" cy="1319400"/>
          </a:xfrm>
          <a:prstGeom prst="rect">
            <a:avLst/>
          </a:prstGeom>
          <a:noFill/>
          <a:ln>
            <a:noFill/>
          </a:ln>
        </p:spPr>
      </p:pic>
      <p:pic>
        <p:nvPicPr>
          <p:cNvPr id="32" name="Picture 31">
            <a:extLst>
              <a:ext uri="{FF2B5EF4-FFF2-40B4-BE49-F238E27FC236}">
                <a16:creationId xmlns:a16="http://schemas.microsoft.com/office/drawing/2014/main" id="{DA11EB65-011A-5C97-FF1F-DF5934DEA775}"/>
              </a:ext>
            </a:extLst>
          </p:cNvPr>
          <p:cNvPicPr>
            <a:picLocks noChangeAspect="1"/>
          </p:cNvPicPr>
          <p:nvPr/>
        </p:nvPicPr>
        <p:blipFill>
          <a:blip r:embed="rId9">
            <a:lum/>
            <a:alphaModFix/>
          </a:blip>
          <a:srcRect l="70273" t="32970" r="16998" b="39522"/>
          <a:stretch>
            <a:fillRect/>
          </a:stretch>
        </p:blipFill>
        <p:spPr>
          <a:xfrm>
            <a:off x="6675119" y="5852160"/>
            <a:ext cx="1166040" cy="1554479"/>
          </a:xfrm>
          <a:prstGeom prst="rect">
            <a:avLst/>
          </a:prstGeom>
          <a:noFill/>
          <a:ln>
            <a:noFill/>
          </a:ln>
        </p:spPr>
      </p:pic>
      <p:pic>
        <p:nvPicPr>
          <p:cNvPr id="33" name="Picture 32">
            <a:extLst>
              <a:ext uri="{FF2B5EF4-FFF2-40B4-BE49-F238E27FC236}">
                <a16:creationId xmlns:a16="http://schemas.microsoft.com/office/drawing/2014/main" id="{F33545D1-5DC7-92F8-28B5-38413194D440}"/>
              </a:ext>
            </a:extLst>
          </p:cNvPr>
          <p:cNvPicPr>
            <a:picLocks noChangeAspect="1"/>
          </p:cNvPicPr>
          <p:nvPr/>
        </p:nvPicPr>
        <p:blipFill>
          <a:blip r:embed="rId8">
            <a:lum/>
            <a:alphaModFix/>
          </a:blip>
          <a:srcRect l="18332" t="-1716" r="69178" b="72675"/>
          <a:stretch>
            <a:fillRect/>
          </a:stretch>
        </p:blipFill>
        <p:spPr>
          <a:xfrm>
            <a:off x="6775560" y="3017520"/>
            <a:ext cx="996840" cy="1463039"/>
          </a:xfrm>
          <a:prstGeom prst="rect">
            <a:avLst/>
          </a:prstGeom>
          <a:noFill/>
          <a:ln>
            <a:noFill/>
          </a:ln>
        </p:spPr>
      </p:pic>
      <p:sp>
        <p:nvSpPr>
          <p:cNvPr id="34" name="TextBox 33">
            <a:extLst>
              <a:ext uri="{FF2B5EF4-FFF2-40B4-BE49-F238E27FC236}">
                <a16:creationId xmlns:a16="http://schemas.microsoft.com/office/drawing/2014/main" id="{1E5C99B4-BC41-5C16-E216-CE05EBF1E070}"/>
              </a:ext>
            </a:extLst>
          </p:cNvPr>
          <p:cNvSpPr txBox="1"/>
          <p:nvPr/>
        </p:nvSpPr>
        <p:spPr>
          <a:xfrm>
            <a:off x="119520" y="1554479"/>
            <a:ext cx="520560" cy="68184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he-IL" sz="4000" b="0" i="0" u="none" strike="noStrike" kern="1200" cap="none">
                <a:ln>
                  <a:noFill/>
                </a:ln>
                <a:latin typeface="Liberation Sans" pitchFamily="18"/>
                <a:ea typeface="Noto Sans CJK SC Regular" pitchFamily="2"/>
                <a:cs typeface="Nachlieli CLM" pitchFamily="2"/>
              </a:rPr>
              <a:t>א</a:t>
            </a:r>
          </a:p>
        </p:txBody>
      </p:sp>
      <p:sp>
        <p:nvSpPr>
          <p:cNvPr id="35" name="TextBox 34">
            <a:extLst>
              <a:ext uri="{FF2B5EF4-FFF2-40B4-BE49-F238E27FC236}">
                <a16:creationId xmlns:a16="http://schemas.microsoft.com/office/drawing/2014/main" id="{A707F12F-2814-7D74-AEEE-5647F358BEEE}"/>
              </a:ext>
            </a:extLst>
          </p:cNvPr>
          <p:cNvSpPr txBox="1"/>
          <p:nvPr/>
        </p:nvSpPr>
        <p:spPr>
          <a:xfrm>
            <a:off x="182880" y="3200400"/>
            <a:ext cx="389520" cy="68184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he-IL" sz="4000" b="0" i="0" u="none" strike="noStrike" kern="1200" cap="none">
                <a:ln>
                  <a:noFill/>
                </a:ln>
                <a:latin typeface="Liberation Sans" pitchFamily="18"/>
                <a:ea typeface="Noto Sans CJK SC Regular" pitchFamily="2"/>
                <a:cs typeface="Nachlieli CLM" pitchFamily="2"/>
              </a:rPr>
              <a:t>ג</a:t>
            </a:r>
          </a:p>
        </p:txBody>
      </p:sp>
      <p:sp>
        <p:nvSpPr>
          <p:cNvPr id="36" name="TextBox 35">
            <a:extLst>
              <a:ext uri="{FF2B5EF4-FFF2-40B4-BE49-F238E27FC236}">
                <a16:creationId xmlns:a16="http://schemas.microsoft.com/office/drawing/2014/main" id="{7B3F2B25-18CE-0D07-7520-9BFD2D15114B}"/>
              </a:ext>
            </a:extLst>
          </p:cNvPr>
          <p:cNvSpPr txBox="1"/>
          <p:nvPr/>
        </p:nvSpPr>
        <p:spPr>
          <a:xfrm>
            <a:off x="264240" y="4754879"/>
            <a:ext cx="467280" cy="68184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he-IL" sz="4000" b="0" i="0" u="none" strike="noStrike" kern="1200" cap="none">
                <a:ln>
                  <a:noFill/>
                </a:ln>
                <a:latin typeface="Liberation Sans" pitchFamily="18"/>
                <a:ea typeface="Noto Sans CJK SC Regular" pitchFamily="2"/>
                <a:cs typeface="Nachlieli CLM" pitchFamily="2"/>
              </a:rPr>
              <a:t>ר</a:t>
            </a:r>
          </a:p>
        </p:txBody>
      </p:sp>
      <p:sp>
        <p:nvSpPr>
          <p:cNvPr id="37" name="TextBox 36">
            <a:extLst>
              <a:ext uri="{FF2B5EF4-FFF2-40B4-BE49-F238E27FC236}">
                <a16:creationId xmlns:a16="http://schemas.microsoft.com/office/drawing/2014/main" id="{E5ECDE74-0CB1-015E-0805-AA6E946E4A92}"/>
              </a:ext>
            </a:extLst>
          </p:cNvPr>
          <p:cNvSpPr txBox="1"/>
          <p:nvPr/>
        </p:nvSpPr>
        <p:spPr>
          <a:xfrm>
            <a:off x="191160" y="6217919"/>
            <a:ext cx="551160" cy="68184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he-IL" sz="4000" b="0" i="0" u="none" strike="noStrike" kern="1200" cap="none">
                <a:ln>
                  <a:noFill/>
                </a:ln>
                <a:latin typeface="Liberation Sans" pitchFamily="18"/>
                <a:ea typeface="Noto Sans CJK SC Regular" pitchFamily="2"/>
                <a:cs typeface="Nachlieli CLM" pitchFamily="2"/>
              </a:rPr>
              <a:t>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entr"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Class="entr"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Class="entr"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Class="entr"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Class="entr"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Class="entr"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Class="entr"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Class="entr"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Class="entr"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Class="entr" fill="hold"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Class="entr" fill="hold"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Class="entr" fill="hold"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Class="entr"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Class="entr"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Class="entr" fill="hold"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Class="entr" fill="hold"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Class="exit" fill="hold" nodeType="withEffect">
                                  <p:stCondLst>
                                    <p:cond delay="0"/>
                                  </p:stCondLst>
                                  <p:childTnLst>
                                    <p:set>
                                      <p:cBhvr>
                                        <p:cTn id="46" dur="1" fill="hold">
                                          <p:stCondLst>
                                            <p:cond delay="0"/>
                                          </p:stCondLst>
                                        </p:cTn>
                                        <p:tgtEl>
                                          <p:spTgt spid="9"/>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Class="entr" fill="hold" nodeType="click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par>
                                <p:cTn id="51" presetClass="entr" fill="hold" nodeType="with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par>
                                <p:cTn id="53" presetClass="entr"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Class="entr" fill="hold" nodeType="with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par>
                                <p:cTn id="57" presetClass="exit" fill="hold" nodeType="withEffect">
                                  <p:stCondLst>
                                    <p:cond delay="0"/>
                                  </p:stCondLst>
                                  <p:childTnLst>
                                    <p:animEffect transition="out" filter="box(in)">
                                      <p:cBhvr>
                                        <p:cTn id="58" dur="500"/>
                                        <p:tgtEl>
                                          <p:spTgt spid="26"/>
                                        </p:tgtEl>
                                      </p:cBhvr>
                                    </p:animEffect>
                                    <p:set>
                                      <p:cBhvr>
                                        <p:cTn id="59" dur="1" fill="hold">
                                          <p:stCondLst>
                                            <p:cond delay="499"/>
                                          </p:stCondLst>
                                        </p:cTn>
                                        <p:tgtEl>
                                          <p:spTgt spid="26"/>
                                        </p:tgtEl>
                                        <p:attrNameLst>
                                          <p:attrName>style.visibility</p:attrName>
                                        </p:attrNameLst>
                                      </p:cBhvr>
                                      <p:to>
                                        <p:strVal val="hidden"/>
                                      </p:to>
                                    </p:set>
                                  </p:childTnLst>
                                </p:cTn>
                              </p:par>
                              <p:par>
                                <p:cTn id="60" presetClass="exit" fill="hold" nodeType="withEffect">
                                  <p:stCondLst>
                                    <p:cond delay="0"/>
                                  </p:stCondLst>
                                  <p:childTnLst>
                                    <p:animEffect transition="out" filter="box(in)">
                                      <p:cBhvr>
                                        <p:cTn id="61" dur="500"/>
                                        <p:tgtEl>
                                          <p:spTgt spid="29"/>
                                        </p:tgtEl>
                                      </p:cBhvr>
                                    </p:animEffect>
                                    <p:set>
                                      <p:cBhvr>
                                        <p:cTn id="62" dur="1" fill="hold">
                                          <p:stCondLst>
                                            <p:cond delay="499"/>
                                          </p:stCondLst>
                                        </p:cTn>
                                        <p:tgtEl>
                                          <p:spTgt spid="29"/>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Class="entr" fill="hold" nodeType="clickEffect">
                                  <p:stCondLst>
                                    <p:cond delay="0"/>
                                  </p:stCondLst>
                                  <p:childTnLst>
                                    <p:set>
                                      <p:cBhvr>
                                        <p:cTn id="66" dur="1" fill="hold">
                                          <p:stCondLst>
                                            <p:cond delay="0"/>
                                          </p:stCondLst>
                                        </p:cTn>
                                        <p:tgtEl>
                                          <p:spTgt spid="6"/>
                                        </p:tgtEl>
                                        <p:attrNameLst>
                                          <p:attrName>style.visibility</p:attrName>
                                        </p:attrNameLst>
                                      </p:cBhvr>
                                      <p:to>
                                        <p:strVal val="visible"/>
                                      </p:to>
                                    </p:set>
                                  </p:childTnLst>
                                </p:cTn>
                              </p:par>
                              <p:par>
                                <p:cTn id="67" presetClass="entr" fill="hold" nodeType="withEffect">
                                  <p:stCondLst>
                                    <p:cond delay="0"/>
                                  </p:stCondLst>
                                  <p:childTnLst>
                                    <p:set>
                                      <p:cBhvr>
                                        <p:cTn id="68" dur="1" fill="hold">
                                          <p:stCondLst>
                                            <p:cond delay="0"/>
                                          </p:stCondLst>
                                        </p:cTn>
                                        <p:tgtEl>
                                          <p:spTgt spid="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Class="entr" fill="hold" nodeType="clickEffect">
                                  <p:stCondLst>
                                    <p:cond delay="0"/>
                                  </p:stCondLst>
                                  <p:childTnLst>
                                    <p:set>
                                      <p:cBhvr>
                                        <p:cTn id="72" dur="1" fill="hold">
                                          <p:stCondLst>
                                            <p:cond delay="0"/>
                                          </p:stCondLst>
                                        </p:cTn>
                                        <p:tgtEl>
                                          <p:spTgt spid="12"/>
                                        </p:tgtEl>
                                        <p:attrNameLst>
                                          <p:attrName>style.visibility</p:attrName>
                                        </p:attrNameLst>
                                      </p:cBhvr>
                                      <p:to>
                                        <p:strVal val="visible"/>
                                      </p:to>
                                    </p:set>
                                  </p:childTnLst>
                                </p:cTn>
                              </p:par>
                              <p:par>
                                <p:cTn id="73" presetClass="entr" fill="hold" nodeType="withEffect">
                                  <p:stCondLst>
                                    <p:cond delay="0"/>
                                  </p:stCondLst>
                                  <p:childTnLst>
                                    <p:set>
                                      <p:cBhvr>
                                        <p:cTn id="74" dur="1" fill="hold">
                                          <p:stCondLst>
                                            <p:cond delay="0"/>
                                          </p:stCondLst>
                                        </p:cTn>
                                        <p:tgtEl>
                                          <p:spTgt spid="1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Class="entr" fill="hold" nodeType="clickEffect">
                                  <p:stCondLst>
                                    <p:cond delay="0"/>
                                  </p:stCondLst>
                                  <p:childTnLst>
                                    <p:set>
                                      <p:cBhvr>
                                        <p:cTn id="78" dur="1" fill="hold">
                                          <p:stCondLst>
                                            <p:cond delay="0"/>
                                          </p:stCondLst>
                                        </p:cTn>
                                        <p:tgtEl>
                                          <p:spTgt spid="6"/>
                                        </p:tgtEl>
                                        <p:attrNameLst>
                                          <p:attrName>style.visibility</p:attrName>
                                        </p:attrNameLst>
                                      </p:cBhvr>
                                      <p:to>
                                        <p:strVal val="visible"/>
                                      </p:to>
                                    </p:set>
                                  </p:childTnLst>
                                </p:cTn>
                              </p:par>
                              <p:par>
                                <p:cTn id="79" presetClass="entr" fill="hold" nodeType="withEffect">
                                  <p:stCondLst>
                                    <p:cond delay="0"/>
                                  </p:stCondLst>
                                  <p:childTnLst>
                                    <p:set>
                                      <p:cBhvr>
                                        <p:cTn id="80" dur="1" fill="hold">
                                          <p:stCondLst>
                                            <p:cond delay="0"/>
                                          </p:stCondLst>
                                        </p:cTn>
                                        <p:tgtEl>
                                          <p:spTgt spid="5"/>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Class="exit" fill="hold" nodeType="withEffect">
                                  <p:stCondLst>
                                    <p:cond delay="0"/>
                                  </p:stCondLst>
                                  <p:childTnLst>
                                    <p:set>
                                      <p:cBhvr>
                                        <p:cTn id="84" dur="1" fill="hold">
                                          <p:stCondLst>
                                            <p:cond delay="0"/>
                                          </p:stCondLst>
                                        </p:cTn>
                                        <p:tgtEl>
                                          <p:spTgt spid="5"/>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Class="entr" fill="hold" nodeType="clickEffect">
                                  <p:stCondLst>
                                    <p:cond delay="0"/>
                                  </p:stCondLst>
                                  <p:childTnLst>
                                    <p:set>
                                      <p:cBhvr>
                                        <p:cTn id="88" dur="1" fill="hold">
                                          <p:stCondLst>
                                            <p:cond delay="0"/>
                                          </p:stCondLst>
                                        </p:cTn>
                                        <p:tgtEl>
                                          <p:spTgt spid="25"/>
                                        </p:tgtEl>
                                        <p:attrNameLst>
                                          <p:attrName>style.visibility</p:attrName>
                                        </p:attrNameLst>
                                      </p:cBhvr>
                                      <p:to>
                                        <p:strVal val="visible"/>
                                      </p:to>
                                    </p:set>
                                  </p:childTnLst>
                                </p:cTn>
                              </p:par>
                              <p:par>
                                <p:cTn id="89" presetClass="entr" fill="hold" nodeType="withEffect">
                                  <p:stCondLst>
                                    <p:cond delay="0"/>
                                  </p:stCondLst>
                                  <p:childTnLst>
                                    <p:set>
                                      <p:cBhvr>
                                        <p:cTn id="90" dur="1" fill="hold">
                                          <p:stCondLst>
                                            <p:cond delay="0"/>
                                          </p:stCondLst>
                                        </p:cTn>
                                        <p:tgtEl>
                                          <p:spTgt spid="3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Class="entr" fill="hold" nodeType="clickEffect">
                                  <p:stCondLst>
                                    <p:cond delay="0"/>
                                  </p:stCondLst>
                                  <p:childTnLst>
                                    <p:set>
                                      <p:cBhvr>
                                        <p:cTn id="94" dur="1" fill="hold">
                                          <p:stCondLst>
                                            <p:cond delay="0"/>
                                          </p:stCondLst>
                                        </p:cTn>
                                        <p:tgtEl>
                                          <p:spTgt spid="13"/>
                                        </p:tgtEl>
                                        <p:attrNameLst>
                                          <p:attrName>style.visibility</p:attrName>
                                        </p:attrNameLst>
                                      </p:cBhvr>
                                      <p:to>
                                        <p:strVal val="visible"/>
                                      </p:to>
                                    </p:set>
                                  </p:childTnLst>
                                </p:cTn>
                              </p:par>
                              <p:par>
                                <p:cTn id="95" presetClass="entr" fill="hold" nodeType="withEffect">
                                  <p:stCondLst>
                                    <p:cond delay="0"/>
                                  </p:stCondLst>
                                  <p:childTnLst>
                                    <p:set>
                                      <p:cBhvr>
                                        <p:cTn id="96" dur="1" fill="hold">
                                          <p:stCondLst>
                                            <p:cond delay="0"/>
                                          </p:stCondLst>
                                        </p:cTn>
                                        <p:tgtEl>
                                          <p:spTgt spid="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Class="entr" fill="hold" nodeType="clickEffect">
                                  <p:stCondLst>
                                    <p:cond delay="0"/>
                                  </p:stCondLst>
                                  <p:childTnLst>
                                    <p:set>
                                      <p:cBhvr>
                                        <p:cTn id="100" dur="1" fill="hold">
                                          <p:stCondLst>
                                            <p:cond delay="0"/>
                                          </p:stCondLst>
                                        </p:cTn>
                                        <p:tgtEl>
                                          <p:spTgt spid="23"/>
                                        </p:tgtEl>
                                        <p:attrNameLst>
                                          <p:attrName>style.visibility</p:attrName>
                                        </p:attrNameLst>
                                      </p:cBhvr>
                                      <p:to>
                                        <p:strVal val="visible"/>
                                      </p:to>
                                    </p:set>
                                  </p:childTnLst>
                                </p:cTn>
                              </p:par>
                              <p:par>
                                <p:cTn id="101" presetClass="entr" fill="hold" nodeType="withEffect">
                                  <p:stCondLst>
                                    <p:cond delay="0"/>
                                  </p:stCondLst>
                                  <p:childTnLst>
                                    <p:set>
                                      <p:cBhvr>
                                        <p:cTn id="102" dur="1" fill="hold">
                                          <p:stCondLst>
                                            <p:cond delay="0"/>
                                          </p:stCondLst>
                                        </p:cTn>
                                        <p:tgtEl>
                                          <p:spTgt spid="33"/>
                                        </p:tgtEl>
                                        <p:attrNameLst>
                                          <p:attrName>style.visibility</p:attrName>
                                        </p:attrNameLst>
                                      </p:cBhvr>
                                      <p:to>
                                        <p:strVal val="visible"/>
                                      </p:to>
                                    </p:set>
                                  </p:childTnLst>
                                </p:cTn>
                              </p:par>
                              <p:par>
                                <p:cTn id="103" presetClass="exit" fill="hold" nodeType="withEffect">
                                  <p:stCondLst>
                                    <p:cond delay="0"/>
                                  </p:stCondLst>
                                  <p:childTnLst>
                                    <p:animEffect transition="out" filter="circle(in)">
                                      <p:cBhvr>
                                        <p:cTn id="104" dur="2000"/>
                                        <p:tgtEl>
                                          <p:spTgt spid="27"/>
                                        </p:tgtEl>
                                      </p:cBhvr>
                                    </p:animEffect>
                                    <p:set>
                                      <p:cBhvr>
                                        <p:cTn id="105" dur="1" fill="hold">
                                          <p:stCondLst>
                                            <p:cond delay="1999"/>
                                          </p:stCondLst>
                                        </p:cTn>
                                        <p:tgtEl>
                                          <p:spTgt spid="27"/>
                                        </p:tgtEl>
                                        <p:attrNameLst>
                                          <p:attrName>style.visibility</p:attrName>
                                        </p:attrNameLst>
                                      </p:cBhvr>
                                      <p:to>
                                        <p:strVal val="hidden"/>
                                      </p:to>
                                    </p:set>
                                  </p:childTnLst>
                                </p:cTn>
                              </p:par>
                            </p:childTnLst>
                          </p:cTn>
                        </p:par>
                      </p:childTnLst>
                    </p:cTn>
                  </p:par>
                  <p:par>
                    <p:cTn id="106" fill="hold">
                      <p:stCondLst>
                        <p:cond delay="indefinite"/>
                      </p:stCondLst>
                      <p:childTnLst>
                        <p:par>
                          <p:cTn id="107" fill="hold">
                            <p:stCondLst>
                              <p:cond delay="0"/>
                            </p:stCondLst>
                            <p:childTnLst>
                              <p:par>
                                <p:cTn id="108" presetClass="entr" fill="hold" nodeType="clickEffect">
                                  <p:stCondLst>
                                    <p:cond delay="0"/>
                                  </p:stCondLst>
                                  <p:childTnLst>
                                    <p:set>
                                      <p:cBhvr>
                                        <p:cTn id="109" dur="1" fill="hold">
                                          <p:stCondLst>
                                            <p:cond delay="0"/>
                                          </p:stCondLst>
                                        </p:cTn>
                                        <p:tgtEl>
                                          <p:spTgt spid="18"/>
                                        </p:tgtEl>
                                        <p:attrNameLst>
                                          <p:attrName>style.visibility</p:attrName>
                                        </p:attrNameLst>
                                      </p:cBhvr>
                                      <p:to>
                                        <p:strVal val="visible"/>
                                      </p:to>
                                    </p:set>
                                  </p:childTnLst>
                                </p:cTn>
                              </p:par>
                              <p:par>
                                <p:cTn id="110" presetClass="entr" fill="hold" nodeType="withEffect">
                                  <p:stCondLst>
                                    <p:cond delay="0"/>
                                  </p:stCondLst>
                                  <p:childTnLst>
                                    <p:set>
                                      <p:cBhvr>
                                        <p:cTn id="111" dur="1" fill="hold">
                                          <p:stCondLst>
                                            <p:cond delay="0"/>
                                          </p:stCondLst>
                                        </p:cTn>
                                        <p:tgtEl>
                                          <p:spTgt spid="19"/>
                                        </p:tgtEl>
                                        <p:attrNameLst>
                                          <p:attrName>style.visibility</p:attrName>
                                        </p:attrNameLst>
                                      </p:cBhvr>
                                      <p:to>
                                        <p:strVal val="visible"/>
                                      </p:to>
                                    </p:set>
                                  </p:childTnLst>
                                </p:cTn>
                              </p:par>
                              <p:par>
                                <p:cTn id="112" presetClass="entr" fill="hold" nodeType="withEffect">
                                  <p:stCondLst>
                                    <p:cond delay="0"/>
                                  </p:stCondLst>
                                  <p:childTnLst>
                                    <p:set>
                                      <p:cBhvr>
                                        <p:cTn id="113" dur="1" fill="hold">
                                          <p:stCondLst>
                                            <p:cond delay="0"/>
                                          </p:stCondLst>
                                        </p:cTn>
                                        <p:tgtEl>
                                          <p:spTgt spid="20"/>
                                        </p:tgtEl>
                                        <p:attrNameLst>
                                          <p:attrName>style.visibility</p:attrName>
                                        </p:attrNameLst>
                                      </p:cBhvr>
                                      <p:to>
                                        <p:strVal val="visible"/>
                                      </p:to>
                                    </p:set>
                                  </p:childTnLst>
                                </p:cTn>
                              </p:par>
                              <p:par>
                                <p:cTn id="114" presetClass="entr" fill="hold" nodeType="withEffect">
                                  <p:stCondLst>
                                    <p:cond delay="0"/>
                                  </p:stCondLst>
                                  <p:childTnLst>
                                    <p:set>
                                      <p:cBhvr>
                                        <p:cTn id="115" dur="1" fill="hold">
                                          <p:stCondLst>
                                            <p:cond delay="0"/>
                                          </p:stCondLst>
                                        </p:cTn>
                                        <p:tgtEl>
                                          <p:spTgt spid="21"/>
                                        </p:tgtEl>
                                        <p:attrNameLst>
                                          <p:attrName>style.visibility</p:attrName>
                                        </p:attrNameLst>
                                      </p:cBhvr>
                                      <p:to>
                                        <p:strVal val="visible"/>
                                      </p:to>
                                    </p:set>
                                  </p:childTnLst>
                                </p:cTn>
                              </p:par>
                              <p:par>
                                <p:cTn id="116" presetClass="entr" fill="hold" nodeType="withEffect">
                                  <p:stCondLst>
                                    <p:cond delay="0"/>
                                  </p:stCondLst>
                                  <p:childTnLst>
                                    <p:set>
                                      <p:cBhvr>
                                        <p:cTn id="117" dur="1" fill="hold">
                                          <p:stCondLst>
                                            <p:cond delay="0"/>
                                          </p:stCondLst>
                                        </p:cTn>
                                        <p:tgtEl>
                                          <p:spTgt spid="16"/>
                                        </p:tgtEl>
                                        <p:attrNameLst>
                                          <p:attrName>style.visibility</p:attrName>
                                        </p:attrNameLst>
                                      </p:cBhvr>
                                      <p:to>
                                        <p:strVal val="visible"/>
                                      </p:to>
                                    </p:set>
                                  </p:childTnLst>
                                </p:cTn>
                              </p:par>
                              <p:par>
                                <p:cTn id="118" presetClass="entr" fill="hold" nodeType="withEffect">
                                  <p:stCondLst>
                                    <p:cond delay="0"/>
                                  </p:stCondLst>
                                  <p:childTnLst>
                                    <p:set>
                                      <p:cBhvr>
                                        <p:cTn id="119" dur="1" fill="hold">
                                          <p:stCondLst>
                                            <p:cond delay="0"/>
                                          </p:stCondLst>
                                        </p:cTn>
                                        <p:tgtEl>
                                          <p:spTgt spid="14"/>
                                        </p:tgtEl>
                                        <p:attrNameLst>
                                          <p:attrName>style.visibility</p:attrName>
                                        </p:attrNameLst>
                                      </p:cBhvr>
                                      <p:to>
                                        <p:strVal val="visible"/>
                                      </p:to>
                                    </p:set>
                                  </p:childTnLst>
                                </p:cTn>
                              </p:par>
                              <p:par>
                                <p:cTn id="120" presetClass="entr" fill="hold" nodeType="withEffect">
                                  <p:stCondLst>
                                    <p:cond delay="0"/>
                                  </p:stCondLst>
                                  <p:childTnLst>
                                    <p:set>
                                      <p:cBhvr>
                                        <p:cTn id="121" dur="1" fill="hold">
                                          <p:stCondLst>
                                            <p:cond delay="0"/>
                                          </p:stCondLst>
                                        </p:cTn>
                                        <p:tgtEl>
                                          <p:spTgt spid="15"/>
                                        </p:tgtEl>
                                        <p:attrNameLst>
                                          <p:attrName>style.visibility</p:attrName>
                                        </p:attrNameLst>
                                      </p:cBhvr>
                                      <p:to>
                                        <p:strVal val="visible"/>
                                      </p:to>
                                    </p:set>
                                  </p:childTnLst>
                                </p:cTn>
                              </p:par>
                              <p:par>
                                <p:cTn id="122" presetClass="entr" fill="hold" nodeType="withEffect">
                                  <p:stCondLst>
                                    <p:cond delay="0"/>
                                  </p:stCondLst>
                                  <p:childTnLst>
                                    <p:set>
                                      <p:cBhvr>
                                        <p:cTn id="123" dur="1" fill="hold">
                                          <p:stCondLst>
                                            <p:cond delay="0"/>
                                          </p:stCondLst>
                                        </p:cTn>
                                        <p:tgtEl>
                                          <p:spTgt spid="17"/>
                                        </p:tgtEl>
                                        <p:attrNameLst>
                                          <p:attrName>style.visibility</p:attrName>
                                        </p:attrNameLst>
                                      </p:cBhvr>
                                      <p:to>
                                        <p:strVal val="visible"/>
                                      </p:to>
                                    </p:set>
                                  </p:childTnLst>
                                </p:cTn>
                              </p:par>
                              <p:par>
                                <p:cTn id="124" presetClass="entr" fill="hold" nodeType="withEffect">
                                  <p:stCondLst>
                                    <p:cond delay="0"/>
                                  </p:stCondLst>
                                  <p:childTnLst>
                                    <p:set>
                                      <p:cBhvr>
                                        <p:cTn id="125" dur="1" fill="hold">
                                          <p:stCondLst>
                                            <p:cond delay="0"/>
                                          </p:stCondLst>
                                        </p:cTn>
                                        <p:tgtEl>
                                          <p:spTgt spid="26"/>
                                        </p:tgtEl>
                                        <p:attrNameLst>
                                          <p:attrName>style.visibility</p:attrName>
                                        </p:attrNameLst>
                                      </p:cBhvr>
                                      <p:to>
                                        <p:strVal val="visible"/>
                                      </p:to>
                                    </p:set>
                                  </p:childTnLst>
                                </p:cTn>
                              </p:par>
                              <p:par>
                                <p:cTn id="126" presetClass="entr" fill="hold" nodeType="withEffect">
                                  <p:stCondLst>
                                    <p:cond delay="0"/>
                                  </p:stCondLst>
                                  <p:childTnLst>
                                    <p:set>
                                      <p:cBhvr>
                                        <p:cTn id="127" dur="1" fill="hold">
                                          <p:stCondLst>
                                            <p:cond delay="0"/>
                                          </p:stCondLst>
                                        </p:cTn>
                                        <p:tgtEl>
                                          <p:spTgt spid="27"/>
                                        </p:tgtEl>
                                        <p:attrNameLst>
                                          <p:attrName>style.visibility</p:attrName>
                                        </p:attrNameLst>
                                      </p:cBhvr>
                                      <p:to>
                                        <p:strVal val="visible"/>
                                      </p:to>
                                    </p:set>
                                  </p:childTnLst>
                                </p:cTn>
                              </p:par>
                              <p:par>
                                <p:cTn id="128" presetClass="entr" fill="hold" nodeType="withEffect">
                                  <p:stCondLst>
                                    <p:cond delay="0"/>
                                  </p:stCondLst>
                                  <p:childTnLst>
                                    <p:set>
                                      <p:cBhvr>
                                        <p:cTn id="129" dur="1" fill="hold">
                                          <p:stCondLst>
                                            <p:cond delay="0"/>
                                          </p:stCondLst>
                                        </p:cTn>
                                        <p:tgtEl>
                                          <p:spTgt spid="28"/>
                                        </p:tgtEl>
                                        <p:attrNameLst>
                                          <p:attrName>style.visibility</p:attrName>
                                        </p:attrNameLst>
                                      </p:cBhvr>
                                      <p:to>
                                        <p:strVal val="visible"/>
                                      </p:to>
                                    </p:set>
                                  </p:childTnLst>
                                </p:cTn>
                              </p:par>
                              <p:par>
                                <p:cTn id="130" presetClass="entr" fill="hold" nodeType="withEffect">
                                  <p:stCondLst>
                                    <p:cond delay="0"/>
                                  </p:stCondLst>
                                  <p:childTnLst>
                                    <p:set>
                                      <p:cBhvr>
                                        <p:cTn id="131"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page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F6DC4-657F-1D5E-CAC1-23AFB4D06A5D}"/>
              </a:ext>
            </a:extLst>
          </p:cNvPr>
          <p:cNvSpPr txBox="1">
            <a:spLocks noGrp="1"/>
          </p:cNvSpPr>
          <p:nvPr>
            <p:ph type="title" idx="4294967295"/>
          </p:nvPr>
        </p:nvSpPr>
        <p:spPr>
          <a:xfrm>
            <a:off x="592560" y="274320"/>
            <a:ext cx="8734319" cy="914400"/>
          </a:xfrm>
        </p:spPr>
        <p:txBody>
          <a:bodyPr vert="horz"/>
          <a:lstStyle/>
          <a:p>
            <a:pPr lvl="0"/>
            <a:r>
              <a:rPr lang="he-IL" b="1">
                <a:latin typeface="Liberation Sans" pitchFamily="34"/>
                <a:cs typeface="Liberation Sans" pitchFamily="34"/>
              </a:rPr>
              <a:t>אלגוריתם מעגלי המסחר</a:t>
            </a:r>
          </a:p>
        </p:txBody>
      </p:sp>
      <p:sp>
        <p:nvSpPr>
          <p:cNvPr id="3" name="TextBox 2">
            <a:extLst>
              <a:ext uri="{FF2B5EF4-FFF2-40B4-BE49-F238E27FC236}">
                <a16:creationId xmlns:a16="http://schemas.microsoft.com/office/drawing/2014/main" id="{A4685E26-1CED-B3E3-682F-5337ED390F5A}"/>
              </a:ext>
            </a:extLst>
          </p:cNvPr>
          <p:cNvSpPr txBox="1"/>
          <p:nvPr/>
        </p:nvSpPr>
        <p:spPr>
          <a:xfrm>
            <a:off x="85724" y="1335960"/>
            <a:ext cx="10007955" cy="5989288"/>
          </a:xfrm>
          <a:prstGeom prst="rect">
            <a:avLst/>
          </a:prstGeom>
          <a:noFill/>
          <a:ln>
            <a:noFill/>
          </a:ln>
        </p:spPr>
        <p:txBody>
          <a:bodyPr vert="horz" wrap="square" lIns="90000" tIns="45000" rIns="90000" bIns="45000" anchorCtr="0" compatLnSpc="0">
            <a:spAutoFit/>
          </a:bodyPr>
          <a:lstStyle/>
          <a:p>
            <a:pPr marL="0" marR="0" lvl="0" indent="0" algn="r" rtl="1" hangingPunct="0">
              <a:lnSpc>
                <a:spcPct val="100000"/>
              </a:lnSpc>
              <a:spcBef>
                <a:spcPts val="0"/>
              </a:spcBef>
              <a:spcAft>
                <a:spcPts val="0"/>
              </a:spcAft>
              <a:buNone/>
              <a:tabLst/>
            </a:pPr>
            <a:r>
              <a:rPr lang="he-IL" sz="4000" b="1" i="0" u="none" strike="noStrike" kern="1200" cap="none">
                <a:ln>
                  <a:noFill/>
                </a:ln>
                <a:solidFill>
                  <a:srgbClr val="009933"/>
                </a:solidFill>
                <a:latin typeface="Liberation Sans" pitchFamily="34"/>
                <a:ea typeface="Noto Sans CJK SC Regular" pitchFamily="2"/>
                <a:cs typeface="Liberation Sans" pitchFamily="34"/>
              </a:rPr>
              <a:t>משפט</a:t>
            </a:r>
            <a:r>
              <a:rPr lang="he-IL" sz="4000" b="0" i="0" u="none" strike="noStrike" kern="1200" cap="none">
                <a:ln>
                  <a:noFill/>
                </a:ln>
                <a:solidFill>
                  <a:srgbClr val="009933"/>
                </a:solidFill>
                <a:latin typeface="Liberation Sans" pitchFamily="34"/>
                <a:ea typeface="Noto Sans CJK SC Regular" pitchFamily="2"/>
                <a:cs typeface="Liberation Sans" pitchFamily="34"/>
              </a:rPr>
              <a:t>: </a:t>
            </a:r>
            <a:r>
              <a:rPr lang="en-US" sz="4000" b="0" i="0" u="none" strike="noStrike" kern="1200" cap="none">
                <a:ln>
                  <a:noFill/>
                </a:ln>
                <a:solidFill>
                  <a:srgbClr val="009933"/>
                </a:solidFill>
                <a:latin typeface="Liberation Sans" pitchFamily="34"/>
                <a:ea typeface="Noto Sans CJK SC Regular" pitchFamily="2"/>
                <a:cs typeface="Liberation Sans" pitchFamily="34"/>
              </a:rPr>
              <a:t>אלגוריתם מעגלי המסחר מסתיים.</a:t>
            </a:r>
          </a:p>
          <a:p>
            <a:pPr marL="0" marR="0" lvl="0" indent="0" algn="r" rtl="1" hangingPunct="0">
              <a:lnSpc>
                <a:spcPct val="100000"/>
              </a:lnSpc>
              <a:spcBef>
                <a:spcPts val="0"/>
              </a:spcBef>
              <a:spcAft>
                <a:spcPts val="0"/>
              </a:spcAft>
              <a:buNone/>
              <a:tabLst/>
            </a:pPr>
            <a:r>
              <a:rPr lang="he-IL" sz="4000" b="1" i="0" u="none" strike="noStrike" kern="1200" cap="none">
                <a:ln>
                  <a:noFill/>
                </a:ln>
                <a:solidFill>
                  <a:srgbClr val="000000"/>
                </a:solidFill>
                <a:latin typeface="Liberation Sans" pitchFamily="34"/>
                <a:ea typeface="Noto Sans CJK SC Regular" pitchFamily="2"/>
                <a:cs typeface="Liberation Sans" pitchFamily="34"/>
              </a:rPr>
              <a:t>הוכחה</a:t>
            </a:r>
            <a:r>
              <a:rPr lang="he-IL" sz="4000" b="0" i="0" u="none" strike="noStrike" kern="1200" cap="none">
                <a:ln>
                  <a:noFill/>
                </a:ln>
                <a:solidFill>
                  <a:srgbClr val="000000"/>
                </a:solidFill>
                <a:latin typeface="Liberation Sans" pitchFamily="34"/>
                <a:ea typeface="Noto Sans CJK SC Regular" pitchFamily="2"/>
                <a:cs typeface="Liberation Sans" pitchFamily="34"/>
              </a:rPr>
              <a:t>:</a:t>
            </a:r>
            <a:r>
              <a:rPr lang="en-US" sz="4000" b="0" i="0" u="none" strike="noStrike" kern="1200" cap="none">
                <a:ln>
                  <a:noFill/>
                </a:ln>
                <a:solidFill>
                  <a:srgbClr val="000000"/>
                </a:solidFill>
                <a:latin typeface="Liberation Sans" pitchFamily="34"/>
                <a:ea typeface="Noto Sans CJK SC Regular" pitchFamily="2"/>
                <a:cs typeface="Liberation Sans" pitchFamily="34"/>
              </a:rPr>
              <a:t> כל עוד הגרף לא ריק</a:t>
            </a:r>
            <a:r>
              <a:rPr lang="he-IL" sz="4000">
                <a:solidFill>
                  <a:srgbClr val="000000"/>
                </a:solidFill>
                <a:latin typeface="Liberation Sans" pitchFamily="34"/>
                <a:ea typeface="Noto Sans CJK SC Regular" pitchFamily="2"/>
                <a:cs typeface="Liberation Sans" pitchFamily="34"/>
              </a:rPr>
              <a:t>, </a:t>
            </a:r>
            <a:r>
              <a:rPr lang="en-US" sz="4000" b="0" i="0" u="none" strike="noStrike" kern="1200" cap="none">
                <a:ln>
                  <a:noFill/>
                </a:ln>
                <a:solidFill>
                  <a:srgbClr val="000000"/>
                </a:solidFill>
                <a:latin typeface="Liberation Sans" pitchFamily="34"/>
                <a:ea typeface="Noto Sans CJK SC Regular" pitchFamily="2"/>
                <a:cs typeface="Liberation Sans" pitchFamily="34"/>
              </a:rPr>
              <a:t>קיים לפחות מעגל מכוון אחד</a:t>
            </a:r>
            <a:r>
              <a:rPr lang="he-IL" sz="4000" b="0" i="0" u="none" strike="noStrike" kern="1200" cap="none">
                <a:ln>
                  <a:noFill/>
                </a:ln>
                <a:solidFill>
                  <a:srgbClr val="000000"/>
                </a:solidFill>
                <a:latin typeface="Liberation Sans" pitchFamily="34"/>
                <a:ea typeface="Noto Sans CJK SC Regular" pitchFamily="2"/>
                <a:cs typeface="Liberation Sans" pitchFamily="34"/>
              </a:rPr>
              <a:t>. </a:t>
            </a:r>
            <a:r>
              <a:rPr lang="en-US" sz="4000" b="0" i="0" u="none" strike="noStrike" kern="1200" cap="none">
                <a:ln>
                  <a:noFill/>
                </a:ln>
                <a:solidFill>
                  <a:srgbClr val="000000"/>
                </a:solidFill>
                <a:latin typeface="Liberation Sans" pitchFamily="34"/>
                <a:ea typeface="Noto Sans CJK SC Regular" pitchFamily="2"/>
                <a:cs typeface="Liberation Sans" pitchFamily="34"/>
              </a:rPr>
              <a:t>לכן בכל שלב הגרף קטֵן עד שמתרוקן.</a:t>
            </a:r>
          </a:p>
          <a:p>
            <a:pPr marL="0" marR="0" lvl="0" indent="0" algn="r" rtl="1" hangingPunct="0">
              <a:lnSpc>
                <a:spcPct val="100000"/>
              </a:lnSpc>
              <a:spcBef>
                <a:spcPts val="0"/>
              </a:spcBef>
              <a:spcAft>
                <a:spcPts val="0"/>
              </a:spcAft>
              <a:buNone/>
              <a:tabLst/>
            </a:pPr>
            <a:endParaRPr lang="en-US" sz="4000" b="1" i="0" u="none" strike="noStrike" kern="1200" cap="none">
              <a:ln>
                <a:noFill/>
              </a:ln>
              <a:solidFill>
                <a:srgbClr val="009933"/>
              </a:solidFill>
              <a:latin typeface="Liberation Sans" pitchFamily="34"/>
              <a:ea typeface="Noto Sans CJK SC Regular" pitchFamily="2"/>
              <a:cs typeface="Liberation Sans" pitchFamily="34"/>
            </a:endParaRPr>
          </a:p>
          <a:p>
            <a:pPr marL="0" marR="0" lvl="0" indent="0" algn="r" rtl="1" hangingPunct="0">
              <a:lnSpc>
                <a:spcPct val="100000"/>
              </a:lnSpc>
              <a:spcBef>
                <a:spcPts val="0"/>
              </a:spcBef>
              <a:spcAft>
                <a:spcPts val="0"/>
              </a:spcAft>
              <a:buNone/>
              <a:tabLst/>
            </a:pPr>
            <a:r>
              <a:rPr lang="he-IL" sz="4000" b="1" i="0" u="none" strike="noStrike" kern="1200" cap="none">
                <a:ln>
                  <a:noFill/>
                </a:ln>
                <a:solidFill>
                  <a:srgbClr val="009933"/>
                </a:solidFill>
                <a:latin typeface="Liberation Sans" pitchFamily="34"/>
                <a:ea typeface="Noto Sans CJK SC Regular" pitchFamily="2"/>
                <a:cs typeface="Liberation Sans" pitchFamily="34"/>
              </a:rPr>
              <a:t>משפט</a:t>
            </a:r>
            <a:r>
              <a:rPr lang="he-IL" sz="4000" b="0" i="0" u="none" strike="noStrike" kern="1200" cap="none">
                <a:ln>
                  <a:noFill/>
                </a:ln>
                <a:solidFill>
                  <a:srgbClr val="009933"/>
                </a:solidFill>
                <a:latin typeface="Liberation Sans" pitchFamily="34"/>
                <a:ea typeface="Noto Sans CJK SC Regular" pitchFamily="2"/>
                <a:cs typeface="Liberation Sans" pitchFamily="34"/>
              </a:rPr>
              <a:t>: </a:t>
            </a:r>
            <a:r>
              <a:rPr lang="en-US" sz="4000" b="0" i="0" u="none" strike="noStrike" kern="1200" cap="none">
                <a:ln>
                  <a:noFill/>
                </a:ln>
                <a:solidFill>
                  <a:srgbClr val="009933"/>
                </a:solidFill>
                <a:latin typeface="Liberation Sans" pitchFamily="34"/>
                <a:ea typeface="Noto Sans CJK SC Regular" pitchFamily="2"/>
                <a:cs typeface="Liberation Sans" pitchFamily="34"/>
              </a:rPr>
              <a:t>האלגוריתם מעודד השתתפות.</a:t>
            </a:r>
          </a:p>
          <a:p>
            <a:pPr marL="0" marR="0" lvl="0" indent="0" algn="r" rtl="1" hangingPunct="0">
              <a:lnSpc>
                <a:spcPct val="100000"/>
              </a:lnSpc>
              <a:spcBef>
                <a:spcPts val="0"/>
              </a:spcBef>
              <a:spcAft>
                <a:spcPts val="0"/>
              </a:spcAft>
              <a:buNone/>
              <a:tabLst/>
            </a:pPr>
            <a:r>
              <a:rPr lang="he-IL" sz="4000" b="1" i="0" u="none" strike="noStrike" kern="1200" cap="none">
                <a:ln>
                  <a:noFill/>
                </a:ln>
                <a:solidFill>
                  <a:srgbClr val="000000"/>
                </a:solidFill>
                <a:latin typeface="Liberation Sans" pitchFamily="34"/>
                <a:ea typeface="Noto Sans CJK SC Regular" pitchFamily="2"/>
                <a:cs typeface="Liberation Sans" pitchFamily="34"/>
              </a:rPr>
              <a:t>הוכחה</a:t>
            </a:r>
            <a:r>
              <a:rPr lang="he-IL" sz="4000" b="0" i="0" u="none" strike="noStrike" kern="1200" cap="none">
                <a:ln>
                  <a:noFill/>
                </a:ln>
                <a:solidFill>
                  <a:srgbClr val="000000"/>
                </a:solidFill>
                <a:latin typeface="Liberation Sans" pitchFamily="34"/>
                <a:ea typeface="Noto Sans CJK SC Regular" pitchFamily="2"/>
                <a:cs typeface="Liberation Sans" pitchFamily="34"/>
              </a:rPr>
              <a:t>:</a:t>
            </a:r>
            <a:r>
              <a:rPr lang="en-US" sz="4000" b="0" i="0" u="none" strike="noStrike" kern="1200" cap="none">
                <a:ln>
                  <a:noFill/>
                </a:ln>
                <a:solidFill>
                  <a:srgbClr val="000000"/>
                </a:solidFill>
                <a:latin typeface="Liberation Sans" pitchFamily="34"/>
                <a:ea typeface="Noto Sans CJK SC Regular" pitchFamily="2"/>
                <a:cs typeface="Liberation Sans" pitchFamily="34"/>
              </a:rPr>
              <a:t> כשהבית שלך יוצא מהגרף</a:t>
            </a:r>
            <a:r>
              <a:rPr lang="he-IL" sz="4000" b="0" i="0" u="none" strike="noStrike" kern="1200" cap="none">
                <a:ln>
                  <a:noFill/>
                </a:ln>
                <a:solidFill>
                  <a:srgbClr val="000000"/>
                </a:solidFill>
                <a:latin typeface="Liberation Sans" pitchFamily="34"/>
                <a:ea typeface="Noto Sans CJK SC Regular" pitchFamily="2"/>
                <a:cs typeface="Liberation Sans" pitchFamily="34"/>
              </a:rPr>
              <a:t>, </a:t>
            </a:r>
            <a:r>
              <a:rPr lang="en-US" sz="4000" b="0" i="0" u="none" strike="noStrike" kern="1200" cap="none">
                <a:ln>
                  <a:noFill/>
                </a:ln>
                <a:solidFill>
                  <a:srgbClr val="000000"/>
                </a:solidFill>
                <a:latin typeface="Liberation Sans" pitchFamily="34"/>
                <a:ea typeface="Noto Sans CJK SC Regular" pitchFamily="2"/>
                <a:cs typeface="Liberation Sans" pitchFamily="34"/>
              </a:rPr>
              <a:t>אתה מייד מקבל בית חדש</a:t>
            </a:r>
            <a:r>
              <a:rPr lang="he-IL" sz="4000" b="0" i="0" u="none" strike="noStrike" kern="1200" cap="none">
                <a:ln>
                  <a:noFill/>
                </a:ln>
                <a:solidFill>
                  <a:srgbClr val="000000"/>
                </a:solidFill>
                <a:latin typeface="Liberation Sans" pitchFamily="34"/>
                <a:ea typeface="Noto Sans CJK SC Regular" pitchFamily="2"/>
                <a:cs typeface="Liberation Sans" pitchFamily="34"/>
              </a:rPr>
              <a:t>. הבית החדש הוא בית שהצבעת עליו, שהוא הטוב ביותר מבין הבתים הזמינים. לכן הוא טוב לפחות כמו הבית שלך.</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entr"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name="page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2042F-09B2-B5CA-FE8F-BA0B19DFF52A}"/>
              </a:ext>
            </a:extLst>
          </p:cNvPr>
          <p:cNvSpPr txBox="1">
            <a:spLocks noGrp="1"/>
          </p:cNvSpPr>
          <p:nvPr>
            <p:ph type="title" idx="4294967295"/>
          </p:nvPr>
        </p:nvSpPr>
        <p:spPr>
          <a:xfrm>
            <a:off x="640080" y="0"/>
            <a:ext cx="8734319" cy="914400"/>
          </a:xfrm>
        </p:spPr>
        <p:txBody>
          <a:bodyPr vert="horz"/>
          <a:lstStyle/>
          <a:p>
            <a:pPr lvl="0"/>
            <a:r>
              <a:rPr lang="he-IL" b="1">
                <a:latin typeface="Liberation Sans" pitchFamily="34"/>
                <a:cs typeface="Liberation Sans" pitchFamily="34"/>
              </a:rPr>
              <a:t>אלגוריתם מעגלי המסחר - יציבות</a:t>
            </a:r>
          </a:p>
        </p:txBody>
      </p:sp>
      <p:sp>
        <p:nvSpPr>
          <p:cNvPr id="3" name="TextBox 2">
            <a:extLst>
              <a:ext uri="{FF2B5EF4-FFF2-40B4-BE49-F238E27FC236}">
                <a16:creationId xmlns:a16="http://schemas.microsoft.com/office/drawing/2014/main" id="{DFE8F7F4-55A3-9C72-576D-38FFA783B716}"/>
              </a:ext>
            </a:extLst>
          </p:cNvPr>
          <p:cNvSpPr txBox="1"/>
          <p:nvPr/>
        </p:nvSpPr>
        <p:spPr>
          <a:xfrm>
            <a:off x="107944" y="668961"/>
            <a:ext cx="9864735" cy="7000719"/>
          </a:xfrm>
          <a:prstGeom prst="rect">
            <a:avLst/>
          </a:prstGeom>
          <a:noFill/>
          <a:ln>
            <a:noFill/>
          </a:ln>
        </p:spPr>
        <p:txBody>
          <a:bodyPr vert="horz" wrap="square" lIns="90000" tIns="45000" rIns="90000" bIns="45000" anchorCtr="0" compatLnSpc="0">
            <a:spAutoFit/>
          </a:bodyPr>
          <a:lstStyle/>
          <a:p>
            <a:pPr marL="0" marR="0" lvl="0" indent="0" algn="r" rtl="1" hangingPunct="0">
              <a:lnSpc>
                <a:spcPct val="100000"/>
              </a:lnSpc>
              <a:spcBef>
                <a:spcPts val="0"/>
              </a:spcBef>
              <a:spcAft>
                <a:spcPts val="0"/>
              </a:spcAft>
              <a:buNone/>
              <a:tabLst/>
            </a:pPr>
            <a:r>
              <a:rPr lang="he-IL" sz="3600" b="1" i="0" u="none" strike="noStrike" kern="1200" cap="none">
                <a:ln>
                  <a:noFill/>
                </a:ln>
                <a:solidFill>
                  <a:srgbClr val="009933"/>
                </a:solidFill>
                <a:latin typeface="Liberation Sans" pitchFamily="34"/>
                <a:ea typeface="Noto Sans CJK SC Regular" pitchFamily="2"/>
                <a:cs typeface="Liberation Sans" pitchFamily="34"/>
              </a:rPr>
              <a:t>משפט</a:t>
            </a:r>
            <a:r>
              <a:rPr lang="he-IL" sz="3600" b="0" i="0" u="none" strike="noStrike" kern="1200" cap="none">
                <a:ln>
                  <a:noFill/>
                </a:ln>
                <a:solidFill>
                  <a:srgbClr val="009933"/>
                </a:solidFill>
                <a:latin typeface="Liberation Sans" pitchFamily="34"/>
                <a:ea typeface="Noto Sans CJK SC Regular" pitchFamily="2"/>
                <a:cs typeface="Liberation Sans" pitchFamily="34"/>
              </a:rPr>
              <a:t>: </a:t>
            </a:r>
            <a:r>
              <a:rPr lang="en-US" sz="3600" b="0" i="0" u="none" strike="noStrike" kern="1200" cap="none">
                <a:ln>
                  <a:noFill/>
                </a:ln>
                <a:solidFill>
                  <a:srgbClr val="009933"/>
                </a:solidFill>
                <a:latin typeface="Liberation Sans" pitchFamily="34"/>
                <a:ea typeface="Noto Sans CJK SC Regular" pitchFamily="2"/>
                <a:cs typeface="Liberation Sans" pitchFamily="34"/>
              </a:rPr>
              <a:t>אם כל יחסי ההעדפה </a:t>
            </a:r>
            <a:r>
              <a:rPr lang="he-IL" sz="3600" b="0" i="1" u="none" strike="noStrike" kern="1200" cap="none">
                <a:ln>
                  <a:noFill/>
                </a:ln>
                <a:solidFill>
                  <a:srgbClr val="009933"/>
                </a:solidFill>
                <a:latin typeface="Liberation Sans" pitchFamily="34"/>
                <a:ea typeface="Noto Sans CJK SC Regular" pitchFamily="2"/>
                <a:cs typeface="Liberation Sans" pitchFamily="34"/>
              </a:rPr>
              <a:t>חזקים</a:t>
            </a:r>
            <a:r>
              <a:rPr lang="en-US" sz="3600" b="0" i="0" u="none" strike="noStrike" kern="1200" cap="none">
                <a:ln>
                  <a:noFill/>
                </a:ln>
                <a:solidFill>
                  <a:srgbClr val="009933"/>
                </a:solidFill>
                <a:latin typeface="Liberation Sans" pitchFamily="34"/>
                <a:ea typeface="Noto Sans CJK SC Regular" pitchFamily="2"/>
                <a:cs typeface="Liberation Sans" pitchFamily="34"/>
              </a:rPr>
              <a:t>  </a:t>
            </a:r>
            <a:r>
              <a:rPr lang="he-IL" sz="3600" b="0" i="0" u="none" strike="noStrike" kern="1200" cap="none">
                <a:ln>
                  <a:noFill/>
                </a:ln>
                <a:solidFill>
                  <a:srgbClr val="009933"/>
                </a:solidFill>
                <a:latin typeface="Liberation Sans" pitchFamily="34"/>
                <a:ea typeface="Noto Sans CJK SC Regular" pitchFamily="2"/>
                <a:cs typeface="Liberation Sans" pitchFamily="34"/>
              </a:rPr>
              <a:t>(</a:t>
            </a:r>
            <a:r>
              <a:rPr lang="en-US" sz="3600" b="0" i="0" u="none" strike="noStrike" kern="1200" cap="none">
                <a:ln>
                  <a:noFill/>
                </a:ln>
                <a:solidFill>
                  <a:srgbClr val="009933"/>
                </a:solidFill>
                <a:latin typeface="Liberation Sans" pitchFamily="34"/>
                <a:ea typeface="Noto Sans CJK SC Regular" pitchFamily="2"/>
                <a:cs typeface="Liberation Sans" pitchFamily="34"/>
              </a:rPr>
              <a:t>אין אדישות</a:t>
            </a:r>
            <a:r>
              <a:rPr lang="he-IL" sz="3600">
                <a:solidFill>
                  <a:srgbClr val="009933"/>
                </a:solidFill>
                <a:latin typeface="Liberation Sans" pitchFamily="34"/>
                <a:ea typeface="Noto Sans CJK SC Regular" pitchFamily="2"/>
                <a:cs typeface="Liberation Sans" pitchFamily="34"/>
              </a:rPr>
              <a:t>), </a:t>
            </a:r>
            <a:r>
              <a:rPr lang="en-US" sz="3600" b="0" i="0" u="none" strike="noStrike" kern="1200" cap="none">
                <a:ln>
                  <a:noFill/>
                </a:ln>
                <a:solidFill>
                  <a:srgbClr val="009933"/>
                </a:solidFill>
                <a:latin typeface="Liberation Sans" pitchFamily="34"/>
                <a:ea typeface="Noto Sans CJK SC Regular" pitchFamily="2"/>
                <a:cs typeface="Liberation Sans" pitchFamily="34"/>
              </a:rPr>
              <a:t>אז אלגוריתם מעגלי המסחר מוצא שיבוץ יציב.</a:t>
            </a:r>
          </a:p>
          <a:p>
            <a:pPr marL="0" marR="0" lvl="0" indent="0" algn="r" rtl="1" hangingPunct="0">
              <a:lnSpc>
                <a:spcPct val="100000"/>
              </a:lnSpc>
              <a:spcBef>
                <a:spcPts val="0"/>
              </a:spcBef>
              <a:spcAft>
                <a:spcPts val="0"/>
              </a:spcAft>
              <a:buNone/>
              <a:tabLst/>
            </a:pPr>
            <a:endParaRPr lang="en-US" sz="3600" b="0" i="0" u="none" strike="noStrike" kern="1200" cap="none">
              <a:ln>
                <a:noFill/>
              </a:ln>
              <a:solidFill>
                <a:srgbClr val="009933"/>
              </a:solidFill>
              <a:latin typeface="Liberation Sans" pitchFamily="34"/>
              <a:ea typeface="Noto Sans CJK SC Regular" pitchFamily="2"/>
              <a:cs typeface="Liberation Sans" pitchFamily="34"/>
            </a:endParaRPr>
          </a:p>
          <a:p>
            <a:pPr marL="0" marR="0" lvl="0" indent="0" algn="r" rtl="1" hangingPunct="0">
              <a:lnSpc>
                <a:spcPct val="100000"/>
              </a:lnSpc>
              <a:spcBef>
                <a:spcPts val="0"/>
              </a:spcBef>
              <a:spcAft>
                <a:spcPts val="0"/>
              </a:spcAft>
              <a:buNone/>
              <a:tabLst/>
            </a:pPr>
            <a:r>
              <a:rPr lang="he-IL" sz="3600" b="1" i="0" u="none" strike="noStrike" kern="1200" cap="none">
                <a:ln>
                  <a:noFill/>
                </a:ln>
                <a:latin typeface="Liberation Sans" pitchFamily="34"/>
                <a:ea typeface="Noto Sans CJK SC Regular" pitchFamily="2"/>
                <a:cs typeface="Liberation Sans" pitchFamily="34"/>
              </a:rPr>
              <a:t>הוכחה</a:t>
            </a:r>
            <a:r>
              <a:rPr lang="he-IL" sz="3600" b="0" i="0" u="none" strike="noStrike" kern="1200" cap="none">
                <a:ln>
                  <a:noFill/>
                </a:ln>
                <a:latin typeface="Liberation Sans" pitchFamily="34"/>
                <a:ea typeface="Noto Sans CJK SC Regular" pitchFamily="2"/>
                <a:cs typeface="Liberation Sans" pitchFamily="34"/>
              </a:rPr>
              <a:t>: </a:t>
            </a:r>
            <a:r>
              <a:rPr lang="en-US" sz="3600" b="0" i="0" u="none" strike="noStrike" kern="1200" cap="none">
                <a:ln>
                  <a:noFill/>
                </a:ln>
                <a:latin typeface="Liberation Sans" pitchFamily="34"/>
                <a:ea typeface="Noto Sans CJK SC Regular" pitchFamily="2"/>
                <a:cs typeface="Liberation Sans" pitchFamily="34"/>
              </a:rPr>
              <a:t>נניח שקבוצת</a:t>
            </a:r>
            <a:r>
              <a:rPr lang="he-IL" sz="3600" b="0" i="0" u="none" strike="noStrike" kern="1200" cap="none">
                <a:ln>
                  <a:noFill/>
                </a:ln>
                <a:latin typeface="Liberation Sans" pitchFamily="34"/>
                <a:ea typeface="Noto Sans CJK SC Regular" pitchFamily="2"/>
                <a:cs typeface="Liberation Sans" pitchFamily="34"/>
              </a:rPr>
              <a:t> "</a:t>
            </a:r>
            <a:r>
              <a:rPr lang="en-US" sz="3600" b="0" i="0" u="none" strike="noStrike" kern="1200" cap="none">
                <a:ln>
                  <a:noFill/>
                </a:ln>
                <a:latin typeface="Liberation Sans" pitchFamily="34"/>
                <a:ea typeface="Noto Sans CJK SC Regular" pitchFamily="2"/>
                <a:cs typeface="Liberation Sans" pitchFamily="34"/>
              </a:rPr>
              <a:t>הבדלנים</a:t>
            </a:r>
            <a:r>
              <a:rPr lang="he-IL" sz="3600">
                <a:latin typeface="Liberation Sans" pitchFamily="34"/>
                <a:ea typeface="Noto Sans CJK SC Regular" pitchFamily="2"/>
                <a:cs typeface="Liberation Sans" pitchFamily="34"/>
              </a:rPr>
              <a:t>" ש</a:t>
            </a:r>
            <a:r>
              <a:rPr lang="en-US" sz="3600" b="0" i="0" u="none" strike="noStrike" kern="1200" cap="none">
                <a:ln>
                  <a:noFill/>
                </a:ln>
                <a:latin typeface="Liberation Sans" pitchFamily="34"/>
                <a:ea typeface="Noto Sans CJK SC Regular" pitchFamily="2"/>
                <a:cs typeface="Liberation Sans" pitchFamily="34"/>
              </a:rPr>
              <a:t>וקלת לפרוש.</a:t>
            </a:r>
          </a:p>
          <a:p>
            <a:pPr marL="0" marR="0" lvl="0" indent="0" algn="r" rtl="1" hangingPunct="0">
              <a:lnSpc>
                <a:spcPct val="100000"/>
              </a:lnSpc>
              <a:spcBef>
                <a:spcPts val="0"/>
              </a:spcBef>
              <a:spcAft>
                <a:spcPts val="0"/>
              </a:spcAft>
              <a:buNone/>
              <a:tabLst/>
            </a:pPr>
            <a:r>
              <a:rPr lang="he-IL" sz="3600" b="0" i="0" u="none" strike="noStrike" kern="1200" cap="none">
                <a:ln>
                  <a:noFill/>
                </a:ln>
                <a:solidFill>
                  <a:srgbClr val="0000CC"/>
                </a:solidFill>
                <a:latin typeface="Liberation Sans" pitchFamily="34"/>
                <a:ea typeface="Noto Sans CJK SC Regular" pitchFamily="2"/>
                <a:cs typeface="Liberation Sans" pitchFamily="34"/>
              </a:rPr>
              <a:t>שיבוץ א = השיבוץ לבדלנים כשהם לא פורשים.</a:t>
            </a:r>
          </a:p>
          <a:p>
            <a:pPr marL="0" marR="0" lvl="0" indent="0" algn="r" rtl="1" hangingPunct="0">
              <a:lnSpc>
                <a:spcPct val="100000"/>
              </a:lnSpc>
              <a:spcBef>
                <a:spcPts val="0"/>
              </a:spcBef>
              <a:spcAft>
                <a:spcPts val="0"/>
              </a:spcAft>
              <a:buNone/>
              <a:tabLst/>
            </a:pPr>
            <a:r>
              <a:rPr lang="he-IL" sz="3600" b="0" i="0" u="none" strike="noStrike" kern="1200" cap="none">
                <a:ln>
                  <a:noFill/>
                </a:ln>
                <a:solidFill>
                  <a:srgbClr val="FF0000"/>
                </a:solidFill>
                <a:latin typeface="Liberation Sans" pitchFamily="34"/>
                <a:ea typeface="Noto Sans CJK SC Regular" pitchFamily="2"/>
                <a:cs typeface="Liberation Sans" pitchFamily="34"/>
              </a:rPr>
              <a:t>שיבוץ ב = השיבוץ לבדלנים כשהם כן פורשים.</a:t>
            </a:r>
          </a:p>
          <a:p>
            <a:pPr marL="0" marR="0" lvl="0" indent="0" algn="r" rtl="1" hangingPunct="0">
              <a:lnSpc>
                <a:spcPct val="100000"/>
              </a:lnSpc>
              <a:spcBef>
                <a:spcPts val="0"/>
              </a:spcBef>
              <a:spcAft>
                <a:spcPts val="0"/>
              </a:spcAft>
              <a:buNone/>
              <a:tabLst/>
            </a:pPr>
            <a:r>
              <a:rPr lang="he-IL" sz="3600" b="0" i="0" u="none" strike="noStrike" kern="1200" cap="none">
                <a:ln>
                  <a:noFill/>
                </a:ln>
                <a:latin typeface="Liberation Sans" pitchFamily="34"/>
                <a:ea typeface="Noto Sans CJK SC Regular" pitchFamily="2"/>
                <a:cs typeface="Liberation Sans" pitchFamily="34"/>
              </a:rPr>
              <a:t>יהי </a:t>
            </a:r>
            <a:r>
              <a:rPr lang="en-US" sz="3600" b="0" i="1" u="none" strike="noStrike" kern="1200" cap="none">
                <a:ln>
                  <a:noFill/>
                </a:ln>
                <a:latin typeface="Times New Roman" pitchFamily="18"/>
                <a:ea typeface="David CLM" pitchFamily="2"/>
                <a:cs typeface="Liberation Sans" pitchFamily="34"/>
              </a:rPr>
              <a:t>k</a:t>
            </a:r>
            <a:r>
              <a:rPr lang="he-IL" sz="3600" b="0" i="0" u="none" strike="noStrike" kern="1200" cap="none">
                <a:ln>
                  <a:noFill/>
                </a:ln>
                <a:latin typeface="Liberation Sans" pitchFamily="34"/>
                <a:ea typeface="David CLM" pitchFamily="2"/>
                <a:cs typeface="Liberation Sans" pitchFamily="34"/>
              </a:rPr>
              <a:t> </a:t>
            </a:r>
            <a:r>
              <a:rPr lang="en-US" sz="3600" b="0" i="0" u="none" strike="noStrike" kern="1200" cap="none">
                <a:ln>
                  <a:noFill/>
                </a:ln>
                <a:latin typeface="Liberation Sans" pitchFamily="34"/>
                <a:ea typeface="David CLM" pitchFamily="2"/>
                <a:cs typeface="Liberation Sans" pitchFamily="34"/>
              </a:rPr>
              <a:t>הקטן ביותר כך שבדלן ממעגל</a:t>
            </a:r>
            <a:r>
              <a:rPr lang="en-US" sz="3600" b="0" i="0" u="none" strike="noStrike" kern="1200" cap="none">
                <a:ln>
                  <a:noFill/>
                </a:ln>
                <a:latin typeface="Liberation Sans" pitchFamily="34"/>
                <a:ea typeface="Noto Sans CJK SC Regular" pitchFamily="2"/>
                <a:cs typeface="Liberation Sans" pitchFamily="34"/>
              </a:rPr>
              <a:t> </a:t>
            </a:r>
            <a:r>
              <a:rPr lang="en-US" sz="3600" b="0" i="1" u="none" strike="noStrike" kern="1200" cap="none">
                <a:ln>
                  <a:noFill/>
                </a:ln>
                <a:latin typeface="Times New Roman" pitchFamily="18"/>
                <a:ea typeface="David CLM" pitchFamily="2"/>
                <a:cs typeface="Liberation Sans" pitchFamily="34"/>
              </a:rPr>
              <a:t>k</a:t>
            </a:r>
            <a:r>
              <a:rPr lang="he-IL" sz="3600" b="0" i="0" u="none" strike="noStrike" kern="1200" cap="none">
                <a:ln>
                  <a:noFill/>
                </a:ln>
                <a:latin typeface="Liberation Sans" pitchFamily="34"/>
                <a:ea typeface="David CLM" pitchFamily="2"/>
                <a:cs typeface="Liberation Sans" pitchFamily="34"/>
              </a:rPr>
              <a:t> </a:t>
            </a:r>
            <a:r>
              <a:rPr lang="en-US" sz="3600" b="0" i="0" u="none" strike="noStrike" kern="1200" cap="none">
                <a:ln>
                  <a:noFill/>
                </a:ln>
                <a:latin typeface="Liberation Sans" pitchFamily="34"/>
                <a:ea typeface="David CLM" pitchFamily="2"/>
                <a:cs typeface="Liberation Sans" pitchFamily="34"/>
              </a:rPr>
              <a:t>מקבל בית אחֵר בעקבות הפרישה</a:t>
            </a:r>
            <a:r>
              <a:rPr lang="he-IL" sz="3600" b="0" i="0" u="none" strike="noStrike" kern="1200" cap="none">
                <a:ln>
                  <a:noFill/>
                </a:ln>
                <a:latin typeface="Liberation Sans" pitchFamily="34"/>
                <a:ea typeface="David CLM" pitchFamily="2"/>
                <a:cs typeface="Liberation Sans" pitchFamily="34"/>
              </a:rPr>
              <a:t>. </a:t>
            </a:r>
            <a:r>
              <a:rPr lang="en-US" sz="3600" b="0" i="0" u="none" strike="noStrike" kern="1200" cap="none">
                <a:ln>
                  <a:noFill/>
                </a:ln>
                <a:latin typeface="Liberation Sans" pitchFamily="34"/>
                <a:ea typeface="David CLM" pitchFamily="2"/>
                <a:cs typeface="Liberation Sans" pitchFamily="34"/>
              </a:rPr>
              <a:t>בית זה שייך לבדלן אחֵר.</a:t>
            </a:r>
          </a:p>
          <a:p>
            <a:pPr marL="0" marR="0" lvl="0" indent="0" algn="r" rtl="1" hangingPunct="0">
              <a:lnSpc>
                <a:spcPct val="100000"/>
              </a:lnSpc>
              <a:spcBef>
                <a:spcPts val="0"/>
              </a:spcBef>
              <a:spcAft>
                <a:spcPts val="0"/>
              </a:spcAft>
              <a:buNone/>
              <a:tabLst/>
            </a:pPr>
            <a:r>
              <a:rPr lang="he-IL" sz="3600" b="0" i="0" u="none" strike="noStrike" kern="1200" cap="none">
                <a:ln>
                  <a:noFill/>
                </a:ln>
                <a:solidFill>
                  <a:srgbClr val="FF0000"/>
                </a:solidFill>
                <a:latin typeface="Liberation Sans" pitchFamily="34"/>
                <a:ea typeface="David CLM" pitchFamily="2"/>
                <a:cs typeface="Liberation Sans" pitchFamily="34"/>
              </a:rPr>
              <a:t>כל הבדלנים ממעגלים </a:t>
            </a:r>
            <a:r>
              <a:rPr lang="en-US" sz="3600" b="0" i="1" u="none" strike="noStrike" kern="1200" cap="none">
                <a:ln>
                  <a:noFill/>
                </a:ln>
                <a:solidFill>
                  <a:srgbClr val="FF0000"/>
                </a:solidFill>
                <a:latin typeface="Times New Roman" pitchFamily="18"/>
                <a:ea typeface="David CLM" pitchFamily="2"/>
                <a:cs typeface="Liberation Sans" pitchFamily="34"/>
              </a:rPr>
              <a:t>k</a:t>
            </a:r>
            <a:r>
              <a:rPr lang="en-US" sz="3600" b="0" i="0" u="none" strike="noStrike" kern="1200" cap="none">
                <a:ln>
                  <a:noFill/>
                </a:ln>
                <a:solidFill>
                  <a:srgbClr val="FF0000"/>
                </a:solidFill>
                <a:latin typeface="Times New Roman" pitchFamily="18"/>
                <a:ea typeface="David CLM" pitchFamily="2"/>
                <a:cs typeface="Liberation Sans" pitchFamily="34"/>
              </a:rPr>
              <a:t>&gt;</a:t>
            </a:r>
            <a:r>
              <a:rPr lang="en-US" sz="3600" b="0" i="1" u="none" strike="noStrike" kern="1200" cap="none">
                <a:ln>
                  <a:noFill/>
                </a:ln>
                <a:solidFill>
                  <a:srgbClr val="FF0000"/>
                </a:solidFill>
                <a:latin typeface="Times New Roman" pitchFamily="18"/>
                <a:ea typeface="David CLM" pitchFamily="2"/>
                <a:cs typeface="Liberation Sans" pitchFamily="34"/>
              </a:rPr>
              <a:t>j</a:t>
            </a:r>
            <a:r>
              <a:rPr lang="he-IL" sz="3600" b="0" i="0" u="none" strike="noStrike" kern="1200" cap="none">
                <a:ln>
                  <a:noFill/>
                </a:ln>
                <a:solidFill>
                  <a:srgbClr val="FF0000"/>
                </a:solidFill>
                <a:latin typeface="Liberation Sans" pitchFamily="34"/>
                <a:ea typeface="David CLM" pitchFamily="2"/>
                <a:cs typeface="Liberation Sans" pitchFamily="34"/>
              </a:rPr>
              <a:t> </a:t>
            </a:r>
            <a:r>
              <a:rPr lang="en-US" sz="3600" b="0" i="0" u="none" strike="noStrike" kern="1200" cap="none">
                <a:ln>
                  <a:noFill/>
                </a:ln>
                <a:solidFill>
                  <a:srgbClr val="FF0000"/>
                </a:solidFill>
                <a:latin typeface="Liberation Sans" pitchFamily="34"/>
                <a:ea typeface="David CLM" pitchFamily="2"/>
                <a:cs typeface="Liberation Sans" pitchFamily="34"/>
              </a:rPr>
              <a:t>מקבלים אותו בית.</a:t>
            </a:r>
          </a:p>
          <a:p>
            <a:pPr marL="0" marR="0" lvl="0" indent="0" algn="r" rtl="1" hangingPunct="0">
              <a:lnSpc>
                <a:spcPct val="100000"/>
              </a:lnSpc>
              <a:spcBef>
                <a:spcPts val="0"/>
              </a:spcBef>
              <a:spcAft>
                <a:spcPts val="0"/>
              </a:spcAft>
              <a:buNone/>
              <a:tabLst/>
            </a:pPr>
            <a:r>
              <a:rPr lang="he-IL" sz="3600" b="0" i="0" u="none" strike="noStrike" kern="1200" cap="none">
                <a:ln>
                  <a:noFill/>
                </a:ln>
                <a:solidFill>
                  <a:srgbClr val="FF0000"/>
                </a:solidFill>
                <a:latin typeface="Liberation Sans" pitchFamily="34"/>
                <a:ea typeface="David CLM" pitchFamily="2"/>
                <a:cs typeface="Liberation Sans" pitchFamily="34"/>
              </a:rPr>
              <a:t>לכן הבדלן שלנו מקבל בית ממעגל </a:t>
            </a:r>
            <a:r>
              <a:rPr lang="en-US" sz="3600" b="0" i="1" u="none" strike="noStrike" kern="1200" cap="none">
                <a:ln>
                  <a:noFill/>
                </a:ln>
                <a:solidFill>
                  <a:srgbClr val="FF0000"/>
                </a:solidFill>
                <a:latin typeface="Times New Roman" pitchFamily="18"/>
                <a:ea typeface="David CLM" pitchFamily="2"/>
                <a:cs typeface="Liberation Sans" pitchFamily="34"/>
              </a:rPr>
              <a:t>k</a:t>
            </a:r>
            <a:r>
              <a:rPr lang="he-IL" sz="3600" b="0" i="0" u="none" strike="noStrike" kern="1200" cap="none">
                <a:ln>
                  <a:noFill/>
                </a:ln>
                <a:solidFill>
                  <a:srgbClr val="FF0000"/>
                </a:solidFill>
                <a:latin typeface="Liberation Sans" pitchFamily="34"/>
                <a:ea typeface="David CLM" pitchFamily="2"/>
                <a:cs typeface="Liberation Sans" pitchFamily="34"/>
              </a:rPr>
              <a:t> </a:t>
            </a:r>
            <a:r>
              <a:rPr lang="en-US" sz="3600" b="0" i="0" u="none" strike="noStrike" kern="1200" cap="none">
                <a:ln>
                  <a:noFill/>
                </a:ln>
                <a:solidFill>
                  <a:srgbClr val="FF0000"/>
                </a:solidFill>
                <a:latin typeface="Liberation Sans" pitchFamily="34"/>
                <a:ea typeface="David CLM" pitchFamily="2"/>
                <a:cs typeface="Liberation Sans" pitchFamily="34"/>
              </a:rPr>
              <a:t>ומעלה.</a:t>
            </a:r>
          </a:p>
          <a:p>
            <a:pPr marL="0" marR="0" lvl="0" indent="0" algn="r" rtl="1" hangingPunct="0">
              <a:lnSpc>
                <a:spcPct val="100000"/>
              </a:lnSpc>
              <a:spcBef>
                <a:spcPts val="0"/>
              </a:spcBef>
              <a:spcAft>
                <a:spcPts val="0"/>
              </a:spcAft>
              <a:buNone/>
              <a:tabLst/>
            </a:pPr>
            <a:r>
              <a:rPr lang="he-IL" sz="3600" b="0" i="0" u="none" strike="noStrike" kern="1200" cap="none">
                <a:ln>
                  <a:noFill/>
                </a:ln>
                <a:solidFill>
                  <a:srgbClr val="0000CC"/>
                </a:solidFill>
                <a:latin typeface="Liberation Sans" pitchFamily="34"/>
                <a:ea typeface="Noto Sans CJK SC Regular" pitchFamily="2"/>
                <a:cs typeface="Liberation Sans" pitchFamily="34"/>
              </a:rPr>
              <a:t>אבל בשיבוץ א, הוא מקבל את הבית הטוב ביותר עבורו, מבין הבתים שעדיין זמינים בזמן מעגל </a:t>
            </a:r>
            <a:r>
              <a:rPr lang="en-US" sz="3600" b="0" i="1" u="none" strike="noStrike" kern="1200" cap="none">
                <a:ln>
                  <a:noFill/>
                </a:ln>
                <a:solidFill>
                  <a:srgbClr val="0000CC"/>
                </a:solidFill>
                <a:latin typeface="Times New Roman" pitchFamily="18"/>
                <a:ea typeface="David CLM" pitchFamily="2"/>
                <a:cs typeface="Liberation Sans" pitchFamily="34"/>
              </a:rPr>
              <a:t>k</a:t>
            </a:r>
            <a:r>
              <a:rPr lang="he-IL" sz="3600" b="0" i="0" u="none" strike="noStrike" kern="1200" cap="none">
                <a:ln>
                  <a:noFill/>
                </a:ln>
                <a:solidFill>
                  <a:srgbClr val="0000CC"/>
                </a:solidFill>
                <a:latin typeface="Liberation Sans" pitchFamily="34"/>
                <a:ea typeface="David CLM" pitchFamily="2"/>
                <a:cs typeface="Liberation Sans" pitchFamily="34"/>
              </a:rPr>
              <a:t>.</a:t>
            </a:r>
            <a:endParaRPr lang="en-US" sz="3600" b="0" i="0" u="none" strike="noStrike" kern="1200" cap="none">
              <a:ln>
                <a:noFill/>
              </a:ln>
              <a:solidFill>
                <a:srgbClr val="0000CC"/>
              </a:solidFill>
              <a:latin typeface="Liberation Sans" pitchFamily="34"/>
              <a:ea typeface="David CLM" pitchFamily="2"/>
              <a:cs typeface="Liberation Sans" pitchFamily="34"/>
            </a:endParaRPr>
          </a:p>
          <a:p>
            <a:pPr marL="0" marR="0" lvl="0" indent="0" algn="r" rtl="1" hangingPunct="0">
              <a:lnSpc>
                <a:spcPct val="100000"/>
              </a:lnSpc>
              <a:spcBef>
                <a:spcPts val="0"/>
              </a:spcBef>
              <a:spcAft>
                <a:spcPts val="0"/>
              </a:spcAft>
              <a:buNone/>
              <a:tabLst/>
            </a:pPr>
            <a:r>
              <a:rPr lang="he-IL" sz="3600" b="0" i="0" u="none" strike="noStrike" kern="1200" cap="none">
                <a:ln>
                  <a:noFill/>
                </a:ln>
                <a:solidFill>
                  <a:srgbClr val="FF0000"/>
                </a:solidFill>
                <a:latin typeface="Liberation Sans" pitchFamily="34"/>
                <a:ea typeface="David CLM" pitchFamily="2"/>
                <a:cs typeface="Liberation Sans" pitchFamily="34"/>
              </a:rPr>
              <a:t>כיוון שההעדפות חזקות, הבית האחֵר </a:t>
            </a:r>
            <a:r>
              <a:rPr lang="he-IL" sz="3600" b="0" i="1" u="none" strike="noStrike" kern="1200" cap="none">
                <a:ln>
                  <a:noFill/>
                </a:ln>
                <a:solidFill>
                  <a:srgbClr val="FF0000"/>
                </a:solidFill>
                <a:latin typeface="Liberation Sans" pitchFamily="34"/>
                <a:ea typeface="David CLM" pitchFamily="2"/>
                <a:cs typeface="Liberation Sans" pitchFamily="34"/>
              </a:rPr>
              <a:t>גרוע </a:t>
            </a:r>
            <a:r>
              <a:rPr lang="he-IL" sz="3600" b="0" i="0" u="none" strike="noStrike" kern="1200" cap="none">
                <a:ln>
                  <a:noFill/>
                </a:ln>
                <a:solidFill>
                  <a:srgbClr val="FF0000"/>
                </a:solidFill>
                <a:latin typeface="Liberation Sans" pitchFamily="34"/>
                <a:ea typeface="David CLM" pitchFamily="2"/>
                <a:cs typeface="Liberation Sans" pitchFamily="34"/>
              </a:rPr>
              <a:t>יותר.</a:t>
            </a:r>
            <a:r>
              <a:rPr lang="en-US" sz="3600" b="0" i="0" u="none" strike="noStrike" kern="1200" cap="none">
                <a:ln>
                  <a:noFill/>
                </a:ln>
                <a:latin typeface="Liberation Sans" pitchFamily="34"/>
                <a:ea typeface="David CLM" pitchFamily="2"/>
                <a:cs typeface="Liberation Sans" pitchFamily="34"/>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entr" fill="hold" grpId="1"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fill="hold" grpId="1"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fill="hold" grpId="1"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fill="hold" grpId="1"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fill="hold" grpId="1"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Class="entr" fill="hold" grpId="1"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Class="entr" fill="hold" grpId="1"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Class="entr" fill="hold" grpId="1"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Class="entr" fill="hold" grpId="1"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build="p"/>
    </p:bldLst>
  </p:timing>
</p:sld>
</file>

<file path=ppt/slides/slide10.xml><?xml version="1.0" encoding="utf-8"?>
<p:sld xmlns:a="http://schemas.openxmlformats.org/drawingml/2006/main" xmlns:r="http://schemas.openxmlformats.org/officeDocument/2006/relationships" xmlns:p="http://schemas.openxmlformats.org/presentationml/2006/main">
  <p:cSld name="page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4C78A-7E0A-F321-849E-69F2FD0820C7}"/>
              </a:ext>
            </a:extLst>
          </p:cNvPr>
          <p:cNvSpPr txBox="1">
            <a:spLocks noGrp="1"/>
          </p:cNvSpPr>
          <p:nvPr>
            <p:ph type="title" idx="4294967295"/>
          </p:nvPr>
        </p:nvSpPr>
        <p:spPr>
          <a:xfrm>
            <a:off x="399626" y="-363703"/>
            <a:ext cx="9418320" cy="1250280"/>
          </a:xfrm>
        </p:spPr>
        <p:txBody>
          <a:bodyPr vert="horz"/>
          <a:lstStyle/>
          <a:p>
            <a:pPr lvl="0" rtl="1"/>
            <a:r>
              <a:rPr lang="he-IL" b="1">
                <a:latin typeface="Liberation Sans" pitchFamily="34"/>
                <a:cs typeface="Liberation Sans" pitchFamily="34"/>
              </a:rPr>
              <a:t>אלגוריתם מעגלי המסחר – גילוי אמת</a:t>
            </a:r>
          </a:p>
        </p:txBody>
      </p:sp>
      <p:sp>
        <p:nvSpPr>
          <p:cNvPr id="3" name="TextBox 2">
            <a:extLst>
              <a:ext uri="{FF2B5EF4-FFF2-40B4-BE49-F238E27FC236}">
                <a16:creationId xmlns:a16="http://schemas.microsoft.com/office/drawing/2014/main" id="{60F221C6-D5F3-544A-AC88-975F9B5853F5}"/>
              </a:ext>
            </a:extLst>
          </p:cNvPr>
          <p:cNvSpPr txBox="1"/>
          <p:nvPr/>
        </p:nvSpPr>
        <p:spPr>
          <a:xfrm>
            <a:off x="129820" y="498254"/>
            <a:ext cx="9950805" cy="7183141"/>
          </a:xfrm>
          <a:prstGeom prst="rect">
            <a:avLst/>
          </a:prstGeom>
          <a:noFill/>
          <a:ln>
            <a:noFill/>
          </a:ln>
        </p:spPr>
        <p:txBody>
          <a:bodyPr vert="horz" wrap="square" lIns="90000" tIns="45000" rIns="90000" bIns="45000" anchorCtr="0" compatLnSpc="0">
            <a:spAutoFit/>
          </a:bodyPr>
          <a:lstStyle/>
          <a:p>
            <a:pPr marL="0" marR="0" lvl="0" indent="0" algn="r" rtl="1" hangingPunct="0">
              <a:lnSpc>
                <a:spcPct val="100000"/>
              </a:lnSpc>
              <a:spcBef>
                <a:spcPts val="0"/>
              </a:spcBef>
              <a:spcAft>
                <a:spcPts val="0"/>
              </a:spcAft>
              <a:buNone/>
              <a:tabLst/>
            </a:pPr>
            <a:r>
              <a:rPr lang="he-IL" sz="3200" b="1" i="0" u="none" strike="noStrike" kern="1200" cap="none">
                <a:ln>
                  <a:noFill/>
                </a:ln>
                <a:solidFill>
                  <a:srgbClr val="009933"/>
                </a:solidFill>
                <a:latin typeface="Liberation Sans" pitchFamily="34"/>
                <a:ea typeface="Noto Sans CJK SC Regular" pitchFamily="2"/>
                <a:cs typeface="Liberation Sans" pitchFamily="34"/>
              </a:rPr>
              <a:t>משפט</a:t>
            </a:r>
            <a:r>
              <a:rPr lang="he-IL" sz="3200" b="0" i="0" u="none" strike="noStrike" kern="1200" cap="none">
                <a:ln>
                  <a:noFill/>
                </a:ln>
                <a:solidFill>
                  <a:srgbClr val="009933"/>
                </a:solidFill>
                <a:latin typeface="Liberation Sans" pitchFamily="34"/>
                <a:ea typeface="Noto Sans CJK SC Regular" pitchFamily="2"/>
                <a:cs typeface="Liberation Sans" pitchFamily="34"/>
              </a:rPr>
              <a:t>: אלגוריתם מעגלי המסחר מגלה-אמת.</a:t>
            </a:r>
          </a:p>
          <a:p>
            <a:pPr marL="0" marR="0" lvl="0" indent="0" algn="r" rtl="1" hangingPunct="0">
              <a:lnSpc>
                <a:spcPct val="100000"/>
              </a:lnSpc>
              <a:spcBef>
                <a:spcPts val="0"/>
              </a:spcBef>
              <a:spcAft>
                <a:spcPts val="0"/>
              </a:spcAft>
              <a:buNone/>
              <a:tabLst/>
            </a:pPr>
            <a:r>
              <a:rPr lang="he-IL" sz="3200" b="1" i="0" u="none" strike="noStrike" kern="1200" cap="none">
                <a:ln>
                  <a:noFill/>
                </a:ln>
                <a:latin typeface="Liberation Sans" pitchFamily="34"/>
                <a:ea typeface="Noto Sans CJK SC Regular" pitchFamily="2"/>
                <a:cs typeface="Liberation Sans" pitchFamily="34"/>
              </a:rPr>
              <a:t>הוכחה</a:t>
            </a:r>
            <a:r>
              <a:rPr lang="he-IL" sz="3200" b="0" i="0" u="none" strike="noStrike" kern="1200" cap="none">
                <a:ln>
                  <a:noFill/>
                </a:ln>
                <a:latin typeface="Liberation Sans" pitchFamily="34"/>
                <a:ea typeface="Noto Sans CJK SC Regular" pitchFamily="2"/>
                <a:cs typeface="Liberation Sans" pitchFamily="34"/>
              </a:rPr>
              <a:t>: נניח שיוסי סוחר במעגל </a:t>
            </a:r>
            <a:r>
              <a:rPr lang="en-US" sz="3200" b="0" i="1" u="none" strike="noStrike" kern="1200" cap="none">
                <a:ln>
                  <a:noFill/>
                </a:ln>
                <a:latin typeface="Times New Roman" pitchFamily="18"/>
                <a:ea typeface="David CLM" pitchFamily="2"/>
                <a:cs typeface="Liberation Sans" pitchFamily="34"/>
              </a:rPr>
              <a:t>k</a:t>
            </a:r>
            <a:r>
              <a:rPr lang="he-IL" sz="3200" b="0" i="0" u="none" strike="noStrike" kern="1200" cap="none">
                <a:ln>
                  <a:noFill/>
                </a:ln>
                <a:latin typeface="Liberation Sans" pitchFamily="34"/>
                <a:ea typeface="David CLM" pitchFamily="2"/>
                <a:cs typeface="Liberation Sans" pitchFamily="34"/>
              </a:rPr>
              <a:t> </a:t>
            </a:r>
            <a:r>
              <a:rPr lang="en-US" sz="3200" b="0" i="0" u="none" strike="noStrike" kern="1200" cap="none">
                <a:ln>
                  <a:noFill/>
                </a:ln>
                <a:latin typeface="Liberation Sans" pitchFamily="34"/>
                <a:ea typeface="David CLM" pitchFamily="2"/>
                <a:cs typeface="Liberation Sans" pitchFamily="34"/>
              </a:rPr>
              <a:t>כשהוא אמיתי</a:t>
            </a:r>
            <a:r>
              <a:rPr lang="en-US" sz="3200" b="0" i="0" u="none" strike="noStrike" kern="1200" cap="none">
                <a:ln>
                  <a:noFill/>
                </a:ln>
                <a:latin typeface="Liberation Sans" pitchFamily="34"/>
                <a:ea typeface="Noto Sans CJK SC Regular" pitchFamily="2"/>
                <a:cs typeface="Liberation Sans" pitchFamily="34"/>
              </a:rPr>
              <a:t> ובמעגל </a:t>
            </a:r>
            <a:r>
              <a:rPr lang="en-US" sz="3200" b="0" i="1" u="none" strike="noStrike" kern="1200" cap="none">
                <a:ln>
                  <a:noFill/>
                </a:ln>
                <a:latin typeface="Times New Roman" pitchFamily="18"/>
                <a:ea typeface="David CLM" pitchFamily="2"/>
                <a:cs typeface="Liberation Sans" pitchFamily="34"/>
              </a:rPr>
              <a:t>j</a:t>
            </a:r>
            <a:r>
              <a:rPr lang="en-US" sz="3200" b="0" i="0" u="none" strike="noStrike" kern="1200" cap="none">
                <a:ln>
                  <a:noFill/>
                </a:ln>
                <a:latin typeface="Liberation Sans" pitchFamily="34"/>
                <a:ea typeface="David CLM" pitchFamily="2"/>
                <a:cs typeface="Liberation Sans" pitchFamily="34"/>
              </a:rPr>
              <a:t> כשהוא מתחכם</a:t>
            </a:r>
            <a:r>
              <a:rPr lang="he-IL" sz="3200" b="0" i="0" u="none" strike="noStrike" kern="1200" cap="none">
                <a:ln>
                  <a:noFill/>
                </a:ln>
                <a:latin typeface="Liberation Sans" pitchFamily="34"/>
                <a:ea typeface="Noto Sans CJK SC Regular" pitchFamily="2"/>
                <a:cs typeface="Liberation Sans" pitchFamily="34"/>
              </a:rPr>
              <a:t>. </a:t>
            </a:r>
            <a:r>
              <a:rPr lang="en-US" sz="3200" b="0" i="0" u="none" strike="noStrike" kern="1200" cap="none">
                <a:ln>
                  <a:noFill/>
                </a:ln>
                <a:latin typeface="Liberation Sans" pitchFamily="34"/>
                <a:ea typeface="Noto Sans CJK SC Regular" pitchFamily="2"/>
                <a:cs typeface="Liberation Sans" pitchFamily="34"/>
              </a:rPr>
              <a:t>נשווה בין מצבים אלו בשני מקרים.</a:t>
            </a:r>
          </a:p>
          <a:p>
            <a:pPr lvl="0" algn="r" rtl="1" hangingPunct="0">
              <a:buSzPct val="45000"/>
              <a:buFont typeface="StarSymbol"/>
              <a:buChar char="●"/>
            </a:pPr>
            <a:r>
              <a:rPr lang="he-IL" sz="3200" b="0" i="0" u="none" strike="noStrike" kern="1200" cap="none">
                <a:ln>
                  <a:noFill/>
                </a:ln>
                <a:solidFill>
                  <a:srgbClr val="0000CC"/>
                </a:solidFill>
                <a:latin typeface="Liberation Sans" pitchFamily="34"/>
                <a:ea typeface="David CLM" pitchFamily="2"/>
                <a:cs typeface="Liberation Sans" pitchFamily="34"/>
              </a:rPr>
              <a:t>מקרה א: </a:t>
            </a:r>
            <a:r>
              <a:rPr lang="en-US" sz="3200" b="1" i="1" u="none" strike="noStrike" kern="1200" cap="none">
                <a:ln>
                  <a:noFill/>
                </a:ln>
                <a:solidFill>
                  <a:srgbClr val="0000CC"/>
                </a:solidFill>
                <a:latin typeface="Times New Roman" pitchFamily="18"/>
                <a:ea typeface="David CLM" pitchFamily="2"/>
                <a:cs typeface="Liberation Sans" pitchFamily="34"/>
              </a:rPr>
              <a:t>j</a:t>
            </a:r>
            <a:r>
              <a:rPr lang="en-US" sz="3200" b="1" i="0" u="none" strike="noStrike" kern="1200" cap="none">
                <a:ln>
                  <a:noFill/>
                </a:ln>
                <a:solidFill>
                  <a:srgbClr val="0000CC"/>
                </a:solidFill>
                <a:latin typeface="Times New Roman" pitchFamily="18"/>
                <a:ea typeface="David CLM" pitchFamily="2"/>
                <a:cs typeface="Liberation Sans" pitchFamily="34"/>
              </a:rPr>
              <a:t> </a:t>
            </a:r>
            <a:r>
              <a:rPr lang="en-US" sz="3200" b="1" i="0" u="none" strike="noStrike" kern="1200" cap="none">
                <a:ln>
                  <a:noFill/>
                </a:ln>
                <a:solidFill>
                  <a:srgbClr val="0000CC"/>
                </a:solidFill>
                <a:latin typeface="Times New Roman" pitchFamily="18"/>
                <a:ea typeface="Liberation Sans" pitchFamily="34"/>
                <a:cs typeface="Liberation Sans" pitchFamily="34"/>
              </a:rPr>
              <a:t>≥</a:t>
            </a:r>
            <a:r>
              <a:rPr lang="en-US" sz="3200" b="1" i="0" u="none" strike="noStrike" kern="1200" cap="none">
                <a:ln>
                  <a:noFill/>
                </a:ln>
                <a:solidFill>
                  <a:srgbClr val="0000CC"/>
                </a:solidFill>
                <a:latin typeface="Times New Roman" pitchFamily="18"/>
                <a:ea typeface="David CLM" pitchFamily="2"/>
                <a:cs typeface="Liberation Sans" pitchFamily="34"/>
              </a:rPr>
              <a:t> </a:t>
            </a:r>
            <a:r>
              <a:rPr lang="en-US" sz="3200" b="1" i="1" u="none" strike="noStrike" kern="1200" cap="none">
                <a:ln>
                  <a:noFill/>
                </a:ln>
                <a:solidFill>
                  <a:srgbClr val="0000CC"/>
                </a:solidFill>
                <a:latin typeface="Times New Roman" pitchFamily="18"/>
                <a:ea typeface="David CLM" pitchFamily="2"/>
                <a:cs typeface="Liberation Sans" pitchFamily="34"/>
              </a:rPr>
              <a:t>k</a:t>
            </a:r>
            <a:r>
              <a:rPr lang="he-IL" sz="3200" b="0" i="0" u="none" strike="noStrike" kern="1200" cap="none">
                <a:ln>
                  <a:noFill/>
                </a:ln>
                <a:solidFill>
                  <a:srgbClr val="0000CC"/>
                </a:solidFill>
                <a:latin typeface="Liberation Sans" pitchFamily="34"/>
                <a:ea typeface="David CLM" pitchFamily="2"/>
                <a:cs typeface="Liberation Sans" pitchFamily="34"/>
              </a:rPr>
              <a:t>. </a:t>
            </a:r>
            <a:r>
              <a:rPr lang="he-IL" sz="3200" b="0" i="0" u="none" strike="noStrike" kern="1200" cap="none">
                <a:ln>
                  <a:noFill/>
                </a:ln>
                <a:solidFill>
                  <a:srgbClr val="0000CC"/>
                </a:solidFill>
                <a:latin typeface="Liberation Sans" pitchFamily="34"/>
                <a:ea typeface="Noto Sans CJK SC Regular" pitchFamily="2"/>
                <a:cs typeface="Liberation Sans" pitchFamily="34"/>
              </a:rPr>
              <a:t>המסחר עד מעגל </a:t>
            </a:r>
            <a:r>
              <a:rPr lang="en-US" sz="3200" b="0" i="1" u="none" strike="noStrike" kern="1200" cap="none">
                <a:ln>
                  <a:noFill/>
                </a:ln>
                <a:solidFill>
                  <a:srgbClr val="0000CC"/>
                </a:solidFill>
                <a:latin typeface="Times New Roman" pitchFamily="18"/>
                <a:ea typeface="David CLM" pitchFamily="2"/>
                <a:cs typeface="Liberation Sans" pitchFamily="34"/>
              </a:rPr>
              <a:t>k</a:t>
            </a:r>
            <a:r>
              <a:rPr lang="en-US" sz="3200" b="0" i="0" u="none" strike="noStrike" kern="1200" cap="none">
                <a:ln>
                  <a:noFill/>
                </a:ln>
                <a:solidFill>
                  <a:srgbClr val="0000CC"/>
                </a:solidFill>
                <a:latin typeface="Times New Roman" pitchFamily="18"/>
                <a:ea typeface="David CLM" pitchFamily="2"/>
                <a:cs typeface="Liberation Sans" pitchFamily="34"/>
              </a:rPr>
              <a:t>-1</a:t>
            </a:r>
            <a:r>
              <a:rPr lang="he-IL" sz="3200" b="0" i="0" u="none" strike="noStrike" kern="1200" cap="none">
                <a:ln>
                  <a:noFill/>
                </a:ln>
                <a:solidFill>
                  <a:srgbClr val="0000CC"/>
                </a:solidFill>
                <a:latin typeface="Liberation Sans" pitchFamily="34"/>
                <a:ea typeface="David CLM" pitchFamily="2"/>
                <a:cs typeface="Liberation Sans" pitchFamily="34"/>
              </a:rPr>
              <a:t> </a:t>
            </a:r>
            <a:r>
              <a:rPr lang="en-US" sz="3200" b="0" i="0" u="none" strike="noStrike" kern="1200" cap="none">
                <a:ln>
                  <a:noFill/>
                </a:ln>
                <a:solidFill>
                  <a:srgbClr val="0000CC"/>
                </a:solidFill>
                <a:latin typeface="Liberation Sans" pitchFamily="34"/>
                <a:ea typeface="David CLM" pitchFamily="2"/>
                <a:cs typeface="Liberation Sans" pitchFamily="34"/>
              </a:rPr>
              <a:t>זהה </a:t>
            </a:r>
            <a:r>
              <a:rPr lang="he-IL" sz="3200" b="0" i="0" u="none" strike="noStrike" kern="1200" cap="none">
                <a:ln>
                  <a:noFill/>
                </a:ln>
                <a:solidFill>
                  <a:srgbClr val="0000CC"/>
                </a:solidFill>
                <a:latin typeface="Liberation Sans" pitchFamily="34"/>
                <a:ea typeface="Noto Sans CJK SC Regular" pitchFamily="2"/>
                <a:cs typeface="Liberation Sans" pitchFamily="34"/>
              </a:rPr>
              <a:t>בשני המצבים. לכן קבוצת הבתים שנשארו זמינים אחרי מעגל </a:t>
            </a:r>
            <a:r>
              <a:rPr lang="en-US" sz="3200" i="1">
                <a:solidFill>
                  <a:srgbClr val="0000CC"/>
                </a:solidFill>
                <a:latin typeface="Times New Roman" pitchFamily="18"/>
                <a:ea typeface="David CLM" pitchFamily="2"/>
                <a:cs typeface="Liberation Sans" pitchFamily="34"/>
              </a:rPr>
              <a:t>k</a:t>
            </a:r>
            <a:r>
              <a:rPr lang="en-US" sz="3200">
                <a:solidFill>
                  <a:srgbClr val="0000CC"/>
                </a:solidFill>
                <a:latin typeface="Times New Roman" pitchFamily="18"/>
                <a:ea typeface="David CLM" pitchFamily="2"/>
                <a:cs typeface="Liberation Sans" pitchFamily="34"/>
              </a:rPr>
              <a:t>-1</a:t>
            </a:r>
            <a:r>
              <a:rPr lang="he-IL" sz="3200" b="0" i="0" u="none" strike="noStrike" kern="1200" cap="none">
                <a:ln>
                  <a:noFill/>
                </a:ln>
                <a:solidFill>
                  <a:srgbClr val="0000CC"/>
                </a:solidFill>
                <a:latin typeface="Liberation Sans" pitchFamily="34"/>
                <a:ea typeface="David CLM" pitchFamily="2"/>
                <a:cs typeface="Liberation Sans" pitchFamily="34"/>
              </a:rPr>
              <a:t>  זהה בשני </a:t>
            </a:r>
            <a:r>
              <a:rPr lang="he-IL" sz="3200" b="0" i="0" u="none" strike="noStrike" kern="1200" cap="none">
                <a:ln>
                  <a:noFill/>
                </a:ln>
                <a:solidFill>
                  <a:srgbClr val="0000CC"/>
                </a:solidFill>
                <a:latin typeface="Liberation Sans" pitchFamily="34"/>
                <a:ea typeface="Noto Sans CJK SC Regular" pitchFamily="2"/>
                <a:cs typeface="Liberation Sans" pitchFamily="34"/>
              </a:rPr>
              <a:t>המצבים. וכשיוסי אומר אמת הוא מקבל את הבית שהוא הכי רוצה מבין הבתים בקבוצה זו.</a:t>
            </a:r>
          </a:p>
          <a:p>
            <a:pPr marL="0" marR="0" lvl="0" indent="0" algn="r" rtl="1" hangingPunct="0">
              <a:lnSpc>
                <a:spcPct val="100000"/>
              </a:lnSpc>
              <a:spcBef>
                <a:spcPts val="0"/>
              </a:spcBef>
              <a:spcAft>
                <a:spcPts val="0"/>
              </a:spcAft>
              <a:buSzPct val="45000"/>
              <a:buFont typeface="StarSymbol"/>
              <a:buChar char="●"/>
              <a:tabLst/>
            </a:pPr>
            <a:r>
              <a:rPr lang="he-IL" sz="3200" b="0" i="0" u="none" strike="noStrike" kern="1200" cap="none">
                <a:ln>
                  <a:noFill/>
                </a:ln>
                <a:latin typeface="Liberation Sans" pitchFamily="34"/>
                <a:ea typeface="David CLM" pitchFamily="2"/>
                <a:cs typeface="Liberation Sans" pitchFamily="34"/>
              </a:rPr>
              <a:t>מקרה</a:t>
            </a:r>
            <a:r>
              <a:rPr lang="en-US" sz="3200" b="0" i="0" u="none" strike="noStrike" kern="1200" cap="none">
                <a:ln>
                  <a:noFill/>
                </a:ln>
                <a:latin typeface="Liberation Sans" pitchFamily="34"/>
                <a:ea typeface="Noto Sans CJK SC Regular" pitchFamily="2"/>
                <a:cs typeface="Liberation Sans" pitchFamily="34"/>
              </a:rPr>
              <a:t> ב</a:t>
            </a:r>
            <a:r>
              <a:rPr lang="he-IL" sz="3200" b="0" i="0" u="none" strike="noStrike" kern="1200" cap="none">
                <a:ln>
                  <a:noFill/>
                </a:ln>
                <a:latin typeface="Liberation Sans" pitchFamily="34"/>
                <a:ea typeface="Noto Sans CJK SC Regular" pitchFamily="2"/>
                <a:cs typeface="Liberation Sans" pitchFamily="34"/>
              </a:rPr>
              <a:t>: </a:t>
            </a:r>
            <a:r>
              <a:rPr lang="en-US" sz="3200" b="0" i="0" u="none" strike="noStrike" kern="1200" cap="none">
                <a:ln>
                  <a:noFill/>
                </a:ln>
                <a:latin typeface="Liberation Sans" pitchFamily="34"/>
                <a:ea typeface="Noto Sans CJK SC Regular" pitchFamily="2"/>
                <a:cs typeface="Liberation Sans" pitchFamily="34"/>
              </a:rPr>
              <a:t> </a:t>
            </a:r>
            <a:r>
              <a:rPr lang="en-US" sz="3200" b="1" i="1" u="none" strike="noStrike" kern="1200" cap="none">
                <a:ln>
                  <a:noFill/>
                </a:ln>
                <a:latin typeface="Times New Roman" pitchFamily="18"/>
                <a:ea typeface="David CLM" pitchFamily="2"/>
                <a:cs typeface="Liberation Sans" pitchFamily="34"/>
              </a:rPr>
              <a:t>j</a:t>
            </a:r>
            <a:r>
              <a:rPr lang="en-US" sz="3200" b="1" i="0" u="none" strike="noStrike" kern="1200" cap="none">
                <a:ln>
                  <a:noFill/>
                </a:ln>
                <a:latin typeface="Times New Roman" pitchFamily="18"/>
                <a:ea typeface="David CLM" pitchFamily="2"/>
                <a:cs typeface="Liberation Sans" pitchFamily="34"/>
              </a:rPr>
              <a:t>&lt;</a:t>
            </a:r>
            <a:r>
              <a:rPr lang="en-US" sz="3200" b="1" i="1" u="none" strike="noStrike" kern="1200" cap="none">
                <a:ln>
                  <a:noFill/>
                </a:ln>
                <a:latin typeface="Times New Roman" pitchFamily="18"/>
                <a:ea typeface="David CLM" pitchFamily="2"/>
                <a:cs typeface="Liberation Sans" pitchFamily="34"/>
              </a:rPr>
              <a:t>k</a:t>
            </a:r>
            <a:r>
              <a:rPr lang="he-IL" sz="3200" b="0" i="0" u="none" strike="noStrike" kern="1200" cap="none">
                <a:ln>
                  <a:noFill/>
                </a:ln>
                <a:latin typeface="Liberation Sans" pitchFamily="34"/>
                <a:ea typeface="David CLM" pitchFamily="2"/>
                <a:cs typeface="Liberation Sans" pitchFamily="34"/>
              </a:rPr>
              <a:t>.</a:t>
            </a:r>
            <a:r>
              <a:rPr lang="en-US" sz="3200" b="0" i="0" u="none" strike="noStrike" kern="1200" cap="none">
                <a:ln>
                  <a:noFill/>
                </a:ln>
                <a:latin typeface="Liberation Sans" pitchFamily="34"/>
                <a:ea typeface="David CLM" pitchFamily="2"/>
                <a:cs typeface="Liberation Sans" pitchFamily="34"/>
              </a:rPr>
              <a:t> </a:t>
            </a:r>
            <a:r>
              <a:rPr lang="he-IL" sz="3200" b="0" i="0" u="none" strike="noStrike" kern="1200" cap="none">
                <a:ln>
                  <a:noFill/>
                </a:ln>
                <a:latin typeface="Liberation Sans" pitchFamily="34"/>
                <a:ea typeface="Noto Sans CJK SC Regular" pitchFamily="2"/>
                <a:cs typeface="Liberation Sans" pitchFamily="34"/>
              </a:rPr>
              <a:t>המסחר עד מעגל </a:t>
            </a:r>
            <a:r>
              <a:rPr lang="en-US" sz="3200" b="0" i="1" u="none" strike="noStrike" kern="1200" cap="none">
                <a:ln>
                  <a:noFill/>
                </a:ln>
                <a:latin typeface="Times New Roman" pitchFamily="18"/>
                <a:ea typeface="David CLM" pitchFamily="2"/>
                <a:cs typeface="Liberation Sans" pitchFamily="34"/>
              </a:rPr>
              <a:t>j</a:t>
            </a:r>
            <a:r>
              <a:rPr lang="en-US" sz="3200" b="0" i="0" u="none" strike="noStrike" kern="1200" cap="none">
                <a:ln>
                  <a:noFill/>
                </a:ln>
                <a:latin typeface="Times New Roman" pitchFamily="18"/>
                <a:ea typeface="David CLM" pitchFamily="2"/>
                <a:cs typeface="Liberation Sans" pitchFamily="34"/>
              </a:rPr>
              <a:t>-1</a:t>
            </a:r>
            <a:r>
              <a:rPr lang="he-IL" sz="3200" b="0" i="0" u="none" strike="noStrike" kern="1200" cap="none">
                <a:ln>
                  <a:noFill/>
                </a:ln>
                <a:latin typeface="Liberation Sans" pitchFamily="34"/>
                <a:ea typeface="David CLM" pitchFamily="2"/>
                <a:cs typeface="Liberation Sans" pitchFamily="34"/>
              </a:rPr>
              <a:t> </a:t>
            </a:r>
            <a:r>
              <a:rPr lang="en-US" sz="3200" b="0" i="0" u="none" strike="noStrike" kern="1200" cap="none">
                <a:ln>
                  <a:noFill/>
                </a:ln>
                <a:latin typeface="Liberation Sans" pitchFamily="34"/>
                <a:ea typeface="David CLM" pitchFamily="2"/>
                <a:cs typeface="Liberation Sans" pitchFamily="34"/>
              </a:rPr>
              <a:t>זהה </a:t>
            </a:r>
            <a:r>
              <a:rPr lang="he-IL" sz="3200" b="0" i="0" u="none" strike="noStrike" kern="1200" cap="none">
                <a:ln>
                  <a:noFill/>
                </a:ln>
                <a:latin typeface="Liberation Sans" pitchFamily="34"/>
                <a:ea typeface="Noto Sans CJK SC Regular" pitchFamily="2"/>
                <a:cs typeface="Liberation Sans" pitchFamily="34"/>
              </a:rPr>
              <a:t>בשני המצבים. בסיבוב הבא כל הקשתות זהות בשני המצבים, פרט לקשת היוצאת מיוסי. </a:t>
            </a:r>
            <a:r>
              <a:rPr lang="en-US" sz="3200" b="0" i="0" u="none" strike="noStrike" kern="1200" cap="none">
                <a:ln>
                  <a:noFill/>
                </a:ln>
                <a:latin typeface="Liberation Sans" pitchFamily="34"/>
                <a:ea typeface="Noto Sans CJK SC Regular" pitchFamily="2"/>
                <a:cs typeface="Liberation Sans" pitchFamily="34"/>
              </a:rPr>
              <a:t> </a:t>
            </a:r>
            <a:r>
              <a:rPr lang="he-IL" sz="3200" b="1" i="0" u="none" strike="noStrike" kern="1200" cap="none">
                <a:ln>
                  <a:noFill/>
                </a:ln>
                <a:solidFill>
                  <a:srgbClr val="FF3333"/>
                </a:solidFill>
                <a:latin typeface="Liberation Sans" pitchFamily="34"/>
                <a:ea typeface="Noto Sans CJK SC Regular" pitchFamily="2"/>
                <a:cs typeface="Liberation Sans" pitchFamily="34"/>
              </a:rPr>
              <a:t>כשיוסי מתחכם,</a:t>
            </a:r>
            <a:r>
              <a:rPr lang="en-US" sz="3200" b="0" i="0" u="none" strike="noStrike" kern="1200" cap="none">
                <a:ln>
                  <a:noFill/>
                </a:ln>
                <a:solidFill>
                  <a:srgbClr val="FF3333"/>
                </a:solidFill>
                <a:latin typeface="Liberation Sans" pitchFamily="34"/>
                <a:ea typeface="Noto Sans CJK SC Regular" pitchFamily="2"/>
                <a:cs typeface="Liberation Sans" pitchFamily="34"/>
              </a:rPr>
              <a:t> הקשת היוצאת ממנו סוגרת מעגל עם</a:t>
            </a:r>
            <a:r>
              <a:rPr lang="en-US" sz="3200" b="0" i="0" u="none" strike="noStrike" kern="1200" cap="none">
                <a:ln>
                  <a:noFill/>
                </a:ln>
                <a:solidFill>
                  <a:srgbClr val="FF3333"/>
                </a:solidFill>
                <a:latin typeface="Liberation Sans" pitchFamily="34"/>
                <a:ea typeface="David CLM" pitchFamily="2"/>
                <a:cs typeface="Liberation Sans" pitchFamily="34"/>
              </a:rPr>
              <a:t> </a:t>
            </a:r>
            <a:r>
              <a:rPr lang="he-IL" sz="3200" b="0" i="0" u="none" strike="noStrike" kern="1200" cap="none">
                <a:ln>
                  <a:noFill/>
                </a:ln>
                <a:solidFill>
                  <a:srgbClr val="FF3333"/>
                </a:solidFill>
                <a:latin typeface="Liberation Sans" pitchFamily="34"/>
                <a:ea typeface="Noto Sans CJK SC Regular" pitchFamily="2"/>
                <a:cs typeface="Liberation Sans" pitchFamily="34"/>
              </a:rPr>
              <a:t>בית כלשהו </a:t>
            </a:r>
            <a:r>
              <a:rPr lang="en-US" sz="3200" b="0" i="1" u="none" strike="noStrike" kern="1200" cap="none">
                <a:ln>
                  <a:noFill/>
                </a:ln>
                <a:solidFill>
                  <a:srgbClr val="FF3333"/>
                </a:solidFill>
                <a:latin typeface="Times New Roman" pitchFamily="18"/>
                <a:ea typeface="David CLM" pitchFamily="2"/>
                <a:cs typeface="Liberation Sans" pitchFamily="34"/>
              </a:rPr>
              <a:t>x</a:t>
            </a:r>
            <a:r>
              <a:rPr lang="he-IL" sz="3200" b="0" i="0" u="none" strike="noStrike" kern="1200" cap="none">
                <a:ln>
                  <a:noFill/>
                </a:ln>
                <a:solidFill>
                  <a:srgbClr val="FF3333"/>
                </a:solidFill>
                <a:latin typeface="Liberation Sans" pitchFamily="34"/>
                <a:ea typeface="David CLM" pitchFamily="2"/>
                <a:cs typeface="Liberation Sans" pitchFamily="34"/>
              </a:rPr>
              <a:t>.</a:t>
            </a:r>
            <a:r>
              <a:rPr lang="en-US" sz="3200" b="0" i="0" u="none" strike="noStrike" kern="1200" cap="none">
                <a:ln>
                  <a:noFill/>
                </a:ln>
                <a:solidFill>
                  <a:srgbClr val="FF3333"/>
                </a:solidFill>
                <a:latin typeface="Liberation Sans" pitchFamily="34"/>
                <a:ea typeface="David CLM" pitchFamily="2"/>
                <a:cs typeface="Liberation Sans" pitchFamily="34"/>
              </a:rPr>
              <a:t>    </a:t>
            </a:r>
            <a:r>
              <a:rPr lang="he-IL" sz="3200" b="1" i="0" u="none" strike="noStrike" kern="1200" cap="none">
                <a:ln>
                  <a:noFill/>
                </a:ln>
                <a:solidFill>
                  <a:srgbClr val="330099"/>
                </a:solidFill>
                <a:latin typeface="Liberation Sans" pitchFamily="34"/>
                <a:ea typeface="Noto Sans CJK SC Regular" pitchFamily="2"/>
                <a:cs typeface="Liberation Sans" pitchFamily="34"/>
              </a:rPr>
              <a:t>כשיוסי אומר אמת</a:t>
            </a:r>
            <a:r>
              <a:rPr lang="he-IL" sz="3200" b="0" i="0" u="none" strike="noStrike" kern="1200" cap="none">
                <a:ln>
                  <a:noFill/>
                </a:ln>
                <a:solidFill>
                  <a:srgbClr val="330099"/>
                </a:solidFill>
                <a:latin typeface="Liberation Sans" pitchFamily="34"/>
                <a:ea typeface="Noto Sans CJK SC Regular" pitchFamily="2"/>
                <a:cs typeface="Liberation Sans" pitchFamily="34"/>
              </a:rPr>
              <a:t>, </a:t>
            </a:r>
            <a:r>
              <a:rPr lang="en-US" sz="3200" b="0" i="0" u="none" strike="noStrike" kern="1200" cap="none">
                <a:ln>
                  <a:noFill/>
                </a:ln>
                <a:solidFill>
                  <a:srgbClr val="330099"/>
                </a:solidFill>
                <a:latin typeface="Liberation Sans" pitchFamily="34"/>
                <a:ea typeface="Noto Sans CJK SC Regular" pitchFamily="2"/>
                <a:cs typeface="Liberation Sans" pitchFamily="34"/>
              </a:rPr>
              <a:t>הוא נמצא בסופה של שרשרת המתחילה בבית </a:t>
            </a:r>
            <a:r>
              <a:rPr lang="en-US" sz="3200" b="0" i="1" u="none" strike="noStrike" kern="1200" cap="none">
                <a:ln>
                  <a:noFill/>
                </a:ln>
                <a:solidFill>
                  <a:srgbClr val="330099"/>
                </a:solidFill>
                <a:latin typeface="Times New Roman" pitchFamily="18"/>
                <a:ea typeface="David CLM" pitchFamily="2"/>
                <a:cs typeface="Liberation Sans" pitchFamily="34"/>
              </a:rPr>
              <a:t>x</a:t>
            </a:r>
            <a:r>
              <a:rPr lang="en-US" sz="3200" b="0" i="0" u="none" strike="noStrike" kern="1200" cap="none">
                <a:ln>
                  <a:noFill/>
                </a:ln>
                <a:solidFill>
                  <a:srgbClr val="330099"/>
                </a:solidFill>
                <a:latin typeface="Liberation Sans" pitchFamily="34"/>
                <a:ea typeface="David CLM" pitchFamily="2"/>
                <a:cs typeface="Liberation Sans" pitchFamily="34"/>
              </a:rPr>
              <a:t> </a:t>
            </a:r>
            <a:r>
              <a:rPr lang="he-IL" sz="3200" b="0" i="0" u="none" strike="noStrike" kern="1200" cap="none">
                <a:ln>
                  <a:noFill/>
                </a:ln>
                <a:solidFill>
                  <a:srgbClr val="330099"/>
                </a:solidFill>
                <a:latin typeface="Liberation Sans" pitchFamily="34"/>
                <a:ea typeface="David CLM" pitchFamily="2"/>
                <a:cs typeface="Liberation Sans" pitchFamily="34"/>
              </a:rPr>
              <a:t>. </a:t>
            </a:r>
            <a:r>
              <a:rPr lang="en-US" sz="3200" b="0" i="0" u="none" strike="noStrike" kern="1200" cap="none">
                <a:ln>
                  <a:noFill/>
                </a:ln>
                <a:solidFill>
                  <a:srgbClr val="330099"/>
                </a:solidFill>
                <a:latin typeface="Liberation Sans" pitchFamily="34"/>
                <a:ea typeface="David CLM" pitchFamily="2"/>
                <a:cs typeface="Liberation Sans" pitchFamily="34"/>
              </a:rPr>
              <a:t>כל עוד לא נסגר מעגל</a:t>
            </a:r>
            <a:r>
              <a:rPr lang="he-IL" sz="3200">
                <a:solidFill>
                  <a:srgbClr val="330099"/>
                </a:solidFill>
                <a:latin typeface="Liberation Sans" pitchFamily="34"/>
                <a:ea typeface="David CLM" pitchFamily="2"/>
                <a:cs typeface="Liberation Sans" pitchFamily="34"/>
              </a:rPr>
              <a:t>, </a:t>
            </a:r>
            <a:r>
              <a:rPr lang="en-US" sz="3200" b="0" i="0" u="none" strike="noStrike" kern="1200" cap="none">
                <a:ln>
                  <a:noFill/>
                </a:ln>
                <a:solidFill>
                  <a:srgbClr val="330099"/>
                </a:solidFill>
                <a:latin typeface="Liberation Sans" pitchFamily="34"/>
                <a:ea typeface="David CLM" pitchFamily="2"/>
                <a:cs typeface="Liberation Sans" pitchFamily="34"/>
              </a:rPr>
              <a:t>כל השרשרת הזאת נשארת בגרף</a:t>
            </a:r>
            <a:r>
              <a:rPr lang="he-IL" sz="3200" b="0" i="0" u="none" strike="noStrike" kern="1200" cap="none">
                <a:ln>
                  <a:noFill/>
                </a:ln>
                <a:solidFill>
                  <a:srgbClr val="330099"/>
                </a:solidFill>
                <a:latin typeface="Liberation Sans" pitchFamily="34"/>
                <a:ea typeface="David CLM" pitchFamily="2"/>
                <a:cs typeface="Liberation Sans" pitchFamily="34"/>
              </a:rPr>
              <a:t>. </a:t>
            </a:r>
            <a:r>
              <a:rPr lang="en-US" sz="3200" b="0" i="0" u="none" strike="noStrike" kern="1200" cap="none">
                <a:ln>
                  <a:noFill/>
                </a:ln>
                <a:solidFill>
                  <a:srgbClr val="330099"/>
                </a:solidFill>
                <a:latin typeface="Liberation Sans" pitchFamily="34"/>
                <a:ea typeface="David CLM" pitchFamily="2"/>
                <a:cs typeface="Liberation Sans" pitchFamily="34"/>
              </a:rPr>
              <a:t>בפרט</a:t>
            </a:r>
            <a:r>
              <a:rPr lang="he-IL" sz="3200" b="0" i="0" u="none" strike="noStrike" kern="1200" cap="none">
                <a:ln>
                  <a:noFill/>
                </a:ln>
                <a:solidFill>
                  <a:srgbClr val="330099"/>
                </a:solidFill>
                <a:latin typeface="Liberation Sans" pitchFamily="34"/>
                <a:ea typeface="David CLM" pitchFamily="2"/>
                <a:cs typeface="Liberation Sans" pitchFamily="34"/>
              </a:rPr>
              <a:t>, </a:t>
            </a:r>
            <a:r>
              <a:rPr lang="en-US" sz="3200" b="0" i="0" u="none" strike="noStrike" kern="1200" cap="none">
                <a:ln>
                  <a:noFill/>
                </a:ln>
                <a:solidFill>
                  <a:srgbClr val="330099"/>
                </a:solidFill>
                <a:latin typeface="Liberation Sans" pitchFamily="34"/>
                <a:ea typeface="David CLM" pitchFamily="2"/>
                <a:cs typeface="Liberation Sans" pitchFamily="34"/>
              </a:rPr>
              <a:t>בית </a:t>
            </a:r>
            <a:r>
              <a:rPr lang="en-US" sz="3200" b="0" i="0" u="none" strike="noStrike" kern="1200" cap="none">
                <a:ln>
                  <a:noFill/>
                </a:ln>
                <a:solidFill>
                  <a:srgbClr val="330099"/>
                </a:solidFill>
                <a:latin typeface="Liberation Sans" pitchFamily="34"/>
                <a:ea typeface="Noto Sans CJK SC Regular" pitchFamily="2"/>
                <a:cs typeface="Liberation Sans" pitchFamily="34"/>
              </a:rPr>
              <a:t> </a:t>
            </a:r>
            <a:r>
              <a:rPr lang="en-US" sz="3200" b="0" i="1" u="none" strike="noStrike" kern="1200" cap="none">
                <a:ln>
                  <a:noFill/>
                </a:ln>
                <a:solidFill>
                  <a:srgbClr val="330099"/>
                </a:solidFill>
                <a:latin typeface="Times New Roman" pitchFamily="18"/>
                <a:ea typeface="David CLM" pitchFamily="2"/>
                <a:cs typeface="Liberation Sans" pitchFamily="34"/>
              </a:rPr>
              <a:t>x</a:t>
            </a:r>
            <a:r>
              <a:rPr lang="he-IL" sz="3200" b="0" i="0" u="none" strike="noStrike" kern="1200" cap="none">
                <a:ln>
                  <a:noFill/>
                </a:ln>
                <a:solidFill>
                  <a:srgbClr val="330099"/>
                </a:solidFill>
                <a:latin typeface="Liberation Sans" pitchFamily="34"/>
                <a:ea typeface="David CLM" pitchFamily="2"/>
                <a:cs typeface="Liberation Sans" pitchFamily="34"/>
              </a:rPr>
              <a:t> </a:t>
            </a:r>
            <a:r>
              <a:rPr lang="en-US" sz="3200" b="0" i="0" u="none" strike="noStrike" kern="1200" cap="none">
                <a:ln>
                  <a:noFill/>
                </a:ln>
                <a:solidFill>
                  <a:srgbClr val="330099"/>
                </a:solidFill>
                <a:latin typeface="Liberation Sans" pitchFamily="34"/>
                <a:ea typeface="David CLM" pitchFamily="2"/>
                <a:cs typeface="Liberation Sans" pitchFamily="34"/>
              </a:rPr>
              <a:t>עדיין נמצא בגרף כאשר מעגל </a:t>
            </a:r>
            <a:r>
              <a:rPr lang="en-US" sz="3200" b="0" i="1" u="none" strike="noStrike" kern="1200" cap="none">
                <a:ln>
                  <a:noFill/>
                </a:ln>
                <a:solidFill>
                  <a:srgbClr val="330099"/>
                </a:solidFill>
                <a:latin typeface="Times New Roman" pitchFamily="18"/>
                <a:ea typeface="David CLM" pitchFamily="2"/>
                <a:cs typeface="Liberation Sans" pitchFamily="34"/>
              </a:rPr>
              <a:t>k</a:t>
            </a:r>
            <a:r>
              <a:rPr lang="he-IL" sz="3200" b="0" i="0" u="none" strike="noStrike" kern="1200" cap="none">
                <a:ln>
                  <a:noFill/>
                </a:ln>
                <a:solidFill>
                  <a:srgbClr val="330099"/>
                </a:solidFill>
                <a:latin typeface="Liberation Sans" pitchFamily="34"/>
                <a:ea typeface="David CLM" pitchFamily="2"/>
                <a:cs typeface="Liberation Sans" pitchFamily="34"/>
              </a:rPr>
              <a:t> </a:t>
            </a:r>
            <a:r>
              <a:rPr lang="en-US" sz="3200" b="0" i="0" u="none" strike="noStrike" kern="1200" cap="none">
                <a:ln>
                  <a:noFill/>
                </a:ln>
                <a:solidFill>
                  <a:srgbClr val="330099"/>
                </a:solidFill>
                <a:latin typeface="Liberation Sans" pitchFamily="34"/>
                <a:ea typeface="David CLM" pitchFamily="2"/>
                <a:cs typeface="Liberation Sans" pitchFamily="34"/>
              </a:rPr>
              <a:t>נסגר</a:t>
            </a:r>
            <a:r>
              <a:rPr lang="he-IL" sz="3200" b="0" i="0" u="none" strike="noStrike" kern="1200" cap="none">
                <a:ln>
                  <a:noFill/>
                </a:ln>
                <a:solidFill>
                  <a:srgbClr val="330099"/>
                </a:solidFill>
                <a:latin typeface="Liberation Sans" pitchFamily="34"/>
                <a:ea typeface="David CLM" pitchFamily="2"/>
                <a:cs typeface="Liberation Sans" pitchFamily="34"/>
              </a:rPr>
              <a:t>. </a:t>
            </a:r>
            <a:r>
              <a:rPr lang="en-US" sz="3200" b="0" i="0" u="none" strike="noStrike" kern="1200" cap="none">
                <a:ln>
                  <a:noFill/>
                </a:ln>
                <a:solidFill>
                  <a:srgbClr val="330099"/>
                </a:solidFill>
                <a:latin typeface="Liberation Sans" pitchFamily="34"/>
                <a:ea typeface="David CLM" pitchFamily="2"/>
                <a:cs typeface="Liberation Sans" pitchFamily="34"/>
              </a:rPr>
              <a:t>לכן הבית שמקבל יוסי כשהוא אומר אמת טוב לפחות כמו </a:t>
            </a:r>
            <a:r>
              <a:rPr lang="en-US" sz="3200" b="0" i="1" u="none" strike="noStrike" kern="1200" cap="none">
                <a:ln>
                  <a:noFill/>
                </a:ln>
                <a:solidFill>
                  <a:srgbClr val="330099"/>
                </a:solidFill>
                <a:latin typeface="Times New Roman" pitchFamily="18"/>
                <a:ea typeface="David CLM" pitchFamily="2"/>
                <a:cs typeface="Liberation Sans" pitchFamily="34"/>
              </a:rPr>
              <a:t>x</a:t>
            </a:r>
            <a:r>
              <a:rPr lang="he-IL" sz="3200" b="0" i="0" u="none" strike="noStrike" kern="1200" cap="none">
                <a:ln>
                  <a:noFill/>
                </a:ln>
                <a:solidFill>
                  <a:srgbClr val="330099"/>
                </a:solidFill>
                <a:latin typeface="Liberation Sans" pitchFamily="34"/>
                <a:ea typeface="David CLM" pitchFamily="2"/>
                <a:cs typeface="Liberation Sans" pitchFamily="34"/>
              </a:rPr>
              <a:t>. </a:t>
            </a:r>
            <a:r>
              <a:rPr lang="en-US" sz="3200" b="0" i="0" u="none" strike="noStrike" kern="1200" cap="none">
                <a:ln>
                  <a:noFill/>
                </a:ln>
                <a:solidFill>
                  <a:srgbClr val="330099"/>
                </a:solidFill>
                <a:latin typeface="Liberation Sans" pitchFamily="34"/>
                <a:ea typeface="David CLM" pitchFamily="2"/>
                <a:cs typeface="Liberation Sans" pitchFamily="34"/>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entr"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name="page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71F95-C900-39DE-9E78-212924C3336A}"/>
              </a:ext>
            </a:extLst>
          </p:cNvPr>
          <p:cNvSpPr txBox="1">
            <a:spLocks noGrp="1"/>
          </p:cNvSpPr>
          <p:nvPr>
            <p:ph type="title" idx="4294967295"/>
          </p:nvPr>
        </p:nvSpPr>
        <p:spPr>
          <a:xfrm>
            <a:off x="601890" y="-149289"/>
            <a:ext cx="8734319" cy="914400"/>
          </a:xfrm>
        </p:spPr>
        <p:txBody>
          <a:bodyPr vert="horz"/>
          <a:lstStyle/>
          <a:p>
            <a:pPr lvl="0"/>
            <a:r>
              <a:rPr lang="he-IL" b="1">
                <a:latin typeface="Liberation Sans" pitchFamily="34"/>
                <a:cs typeface="Liberation Sans" pitchFamily="34"/>
              </a:rPr>
              <a:t>אלגוריתם מעגלי המסחר - יציבות</a:t>
            </a:r>
          </a:p>
        </p:txBody>
      </p:sp>
      <p:sp>
        <p:nvSpPr>
          <p:cNvPr id="3" name="TextBox 2">
            <a:extLst>
              <a:ext uri="{FF2B5EF4-FFF2-40B4-BE49-F238E27FC236}">
                <a16:creationId xmlns:a16="http://schemas.microsoft.com/office/drawing/2014/main" id="{BF411401-1352-2917-C12C-EB6521EBD7DC}"/>
              </a:ext>
            </a:extLst>
          </p:cNvPr>
          <p:cNvSpPr txBox="1"/>
          <p:nvPr/>
        </p:nvSpPr>
        <p:spPr>
          <a:xfrm>
            <a:off x="162550" y="497689"/>
            <a:ext cx="9918075" cy="7177947"/>
          </a:xfrm>
          <a:prstGeom prst="rect">
            <a:avLst/>
          </a:prstGeom>
          <a:noFill/>
          <a:ln>
            <a:noFill/>
          </a:ln>
        </p:spPr>
        <p:txBody>
          <a:bodyPr vert="horz" wrap="square" lIns="90000" tIns="45000" rIns="90000" bIns="45000" anchorCtr="0" compatLnSpc="0">
            <a:spAutoFit/>
          </a:bodyPr>
          <a:lstStyle/>
          <a:p>
            <a:pPr marL="0" marR="0" lvl="0" indent="0" algn="r" rtl="1" hangingPunct="0">
              <a:lnSpc>
                <a:spcPct val="100000"/>
              </a:lnSpc>
              <a:spcBef>
                <a:spcPts val="0"/>
              </a:spcBef>
              <a:spcAft>
                <a:spcPts val="0"/>
              </a:spcAft>
              <a:buNone/>
              <a:tabLst/>
            </a:pPr>
            <a:r>
              <a:rPr lang="he-IL" sz="4000" b="1" i="0" u="none" strike="noStrike" kern="1200" cap="none">
                <a:ln>
                  <a:noFill/>
                </a:ln>
                <a:solidFill>
                  <a:srgbClr val="009933"/>
                </a:solidFill>
                <a:latin typeface="Liberation Sans" pitchFamily="34"/>
                <a:ea typeface="Noto Sans CJK SC Regular" pitchFamily="2"/>
                <a:cs typeface="Liberation Sans" pitchFamily="34"/>
              </a:rPr>
              <a:t>משפט</a:t>
            </a:r>
            <a:r>
              <a:rPr lang="he-IL" sz="4000" b="0" i="0" u="none" strike="noStrike" kern="1200" cap="none">
                <a:ln>
                  <a:noFill/>
                </a:ln>
                <a:solidFill>
                  <a:srgbClr val="009933"/>
                </a:solidFill>
                <a:latin typeface="Liberation Sans" pitchFamily="34"/>
                <a:ea typeface="Noto Sans CJK SC Regular" pitchFamily="2"/>
                <a:cs typeface="Liberation Sans" pitchFamily="34"/>
              </a:rPr>
              <a:t>: </a:t>
            </a:r>
            <a:r>
              <a:rPr lang="en-US" sz="4000" b="0" i="0" u="none" strike="noStrike" kern="1200" cap="none">
                <a:ln>
                  <a:noFill/>
                </a:ln>
                <a:solidFill>
                  <a:srgbClr val="009933"/>
                </a:solidFill>
                <a:latin typeface="Liberation Sans" pitchFamily="34"/>
                <a:ea typeface="Noto Sans CJK SC Regular" pitchFamily="2"/>
                <a:cs typeface="Liberation Sans" pitchFamily="34"/>
              </a:rPr>
              <a:t>אם כל יחסי ההעדפה הם </a:t>
            </a:r>
            <a:r>
              <a:rPr lang="he-IL" sz="4000" b="0" i="0" u="none" strike="noStrike" kern="1200" cap="none">
                <a:ln>
                  <a:noFill/>
                </a:ln>
                <a:solidFill>
                  <a:srgbClr val="009933"/>
                </a:solidFill>
                <a:latin typeface="Liberation Sans" pitchFamily="34"/>
                <a:ea typeface="Noto Sans CJK SC Regular" pitchFamily="2"/>
                <a:cs typeface="Liberation Sans" pitchFamily="34"/>
              </a:rPr>
              <a:t>חזקים, </a:t>
            </a:r>
            <a:r>
              <a:rPr lang="en-US" sz="4000" b="0" i="0" u="none" strike="noStrike" kern="1200" cap="none">
                <a:ln>
                  <a:noFill/>
                </a:ln>
                <a:solidFill>
                  <a:srgbClr val="009933"/>
                </a:solidFill>
                <a:latin typeface="Liberation Sans" pitchFamily="34"/>
                <a:ea typeface="Noto Sans CJK SC Regular" pitchFamily="2"/>
                <a:cs typeface="Liberation Sans" pitchFamily="34"/>
              </a:rPr>
              <a:t>אז יש רק שיבוץ יציב אחד</a:t>
            </a:r>
            <a:r>
              <a:rPr lang="en-US" sz="4000" b="0" i="0" u="none" strike="noStrike" kern="1200" cap="none">
                <a:ln>
                  <a:noFill/>
                </a:ln>
                <a:solidFill>
                  <a:srgbClr val="66CC00"/>
                </a:solidFill>
                <a:latin typeface="Liberation Sans" pitchFamily="34"/>
                <a:ea typeface="Noto Sans CJK SC Regular" pitchFamily="2"/>
                <a:cs typeface="Liberation Sans" pitchFamily="34"/>
              </a:rPr>
              <a:t>          </a:t>
            </a:r>
            <a:r>
              <a:rPr lang="he-IL" sz="4000" b="0" i="1" u="none" strike="noStrike" kern="1200" cap="none">
                <a:ln>
                  <a:noFill/>
                </a:ln>
                <a:solidFill>
                  <a:srgbClr val="66CC00"/>
                </a:solidFill>
                <a:latin typeface="Liberation Sans" pitchFamily="34"/>
                <a:ea typeface="Noto Sans CJK SC Regular" pitchFamily="2"/>
                <a:cs typeface="Liberation Sans" pitchFamily="34"/>
              </a:rPr>
              <a:t>(</a:t>
            </a:r>
            <a:r>
              <a:rPr lang="en-US" sz="4000" b="0" i="1" u="none" strike="noStrike" kern="1200" cap="none">
                <a:ln>
                  <a:noFill/>
                </a:ln>
                <a:solidFill>
                  <a:srgbClr val="66CC00"/>
                </a:solidFill>
                <a:latin typeface="Liberation Sans" pitchFamily="34"/>
                <a:ea typeface="Noto Sans CJK SC Regular" pitchFamily="2"/>
                <a:cs typeface="Liberation Sans" pitchFamily="34"/>
              </a:rPr>
              <a:t>למה זה </a:t>
            </a:r>
            <a:r>
              <a:rPr lang="he-IL" sz="4000" b="0" i="1" u="none" strike="noStrike" kern="1200" cap="none">
                <a:ln>
                  <a:noFill/>
                </a:ln>
                <a:solidFill>
                  <a:srgbClr val="66CC00"/>
                </a:solidFill>
                <a:latin typeface="Liberation Sans" pitchFamily="34"/>
                <a:ea typeface="Noto Sans CJK SC Regular" pitchFamily="2"/>
                <a:cs typeface="Liberation Sans" pitchFamily="34"/>
              </a:rPr>
              <a:t>חשוב?)</a:t>
            </a:r>
            <a:endParaRPr lang="en-US" sz="4000" b="0" i="1" u="none" strike="noStrike" kern="1200" cap="none">
              <a:ln>
                <a:noFill/>
              </a:ln>
              <a:solidFill>
                <a:srgbClr val="66CC00"/>
              </a:solidFill>
              <a:latin typeface="Liberation Sans" pitchFamily="34"/>
              <a:ea typeface="Noto Sans CJK SC Regular" pitchFamily="2"/>
              <a:cs typeface="Liberation Sans" pitchFamily="34"/>
            </a:endParaRPr>
          </a:p>
          <a:p>
            <a:pPr marL="0" marR="0" lvl="0" indent="0" algn="r" rtl="1" hangingPunct="0">
              <a:lnSpc>
                <a:spcPct val="100000"/>
              </a:lnSpc>
              <a:spcBef>
                <a:spcPts val="0"/>
              </a:spcBef>
              <a:spcAft>
                <a:spcPts val="0"/>
              </a:spcAft>
              <a:buNone/>
              <a:tabLst/>
            </a:pPr>
            <a:r>
              <a:rPr lang="he-IL" sz="4000" b="1" i="0" u="none" strike="noStrike" kern="1200" cap="none">
                <a:ln>
                  <a:noFill/>
                </a:ln>
                <a:latin typeface="Liberation Sans" pitchFamily="34"/>
                <a:ea typeface="Noto Sans CJK SC Regular" pitchFamily="2"/>
                <a:cs typeface="Liberation Sans" pitchFamily="34"/>
              </a:rPr>
              <a:t>הוכחה</a:t>
            </a:r>
            <a:r>
              <a:rPr lang="he-IL" sz="4000" b="0" i="0" u="none" strike="noStrike" kern="1200" cap="none">
                <a:ln>
                  <a:noFill/>
                </a:ln>
                <a:latin typeface="Liberation Sans" pitchFamily="34"/>
                <a:ea typeface="Noto Sans CJK SC Regular" pitchFamily="2"/>
                <a:cs typeface="Liberation Sans" pitchFamily="34"/>
              </a:rPr>
              <a:t>: </a:t>
            </a:r>
            <a:r>
              <a:rPr lang="en-US" sz="4000" b="0" i="0" u="none" strike="noStrike" kern="1200" cap="none">
                <a:ln>
                  <a:noFill/>
                </a:ln>
                <a:latin typeface="Liberation Sans" pitchFamily="34"/>
                <a:ea typeface="Noto Sans CJK SC Regular" pitchFamily="2"/>
                <a:cs typeface="Liberation Sans" pitchFamily="34"/>
              </a:rPr>
              <a:t>נגדיר </a:t>
            </a:r>
            <a:r>
              <a:rPr lang="he-IL" sz="4000" b="0" i="0" u="none" strike="noStrike" kern="1200" cap="none">
                <a:ln>
                  <a:noFill/>
                </a:ln>
                <a:solidFill>
                  <a:srgbClr val="0000CC"/>
                </a:solidFill>
                <a:latin typeface="Liberation Sans" pitchFamily="34"/>
                <a:ea typeface="Noto Sans CJK SC Regular" pitchFamily="2"/>
                <a:cs typeface="Liberation Sans" pitchFamily="34"/>
              </a:rPr>
              <a:t>שיבוץ א = השיבוץ של האלגוריתם, </a:t>
            </a:r>
            <a:r>
              <a:rPr lang="he-IL" sz="4000" b="0" i="0" u="none" strike="noStrike" kern="1200" cap="none">
                <a:ln>
                  <a:noFill/>
                </a:ln>
                <a:solidFill>
                  <a:srgbClr val="FF0000"/>
                </a:solidFill>
                <a:latin typeface="Liberation Sans" pitchFamily="34"/>
                <a:ea typeface="Noto Sans CJK SC Regular" pitchFamily="2"/>
                <a:cs typeface="Liberation Sans" pitchFamily="34"/>
              </a:rPr>
              <a:t>שיבוץ ב = שיבוץ אחר כלשהו.</a:t>
            </a:r>
          </a:p>
          <a:p>
            <a:pPr marL="0" marR="0" lvl="0" indent="0" algn="r" rtl="1" hangingPunct="0">
              <a:lnSpc>
                <a:spcPct val="100000"/>
              </a:lnSpc>
              <a:spcBef>
                <a:spcPts val="0"/>
              </a:spcBef>
              <a:spcAft>
                <a:spcPts val="0"/>
              </a:spcAft>
              <a:buNone/>
              <a:tabLst/>
            </a:pPr>
            <a:r>
              <a:rPr lang="he-IL" sz="4000" b="0" i="0" u="none" strike="noStrike" kern="1200" cap="none">
                <a:ln>
                  <a:noFill/>
                </a:ln>
                <a:solidFill>
                  <a:srgbClr val="000000"/>
                </a:solidFill>
                <a:latin typeface="Liberation Sans" pitchFamily="34"/>
                <a:ea typeface="Noto Sans CJK SC Regular" pitchFamily="2"/>
                <a:cs typeface="Liberation Sans" pitchFamily="34"/>
              </a:rPr>
              <a:t>יהי </a:t>
            </a:r>
            <a:r>
              <a:rPr lang="en-US" sz="4000" b="0" i="1" u="none" strike="noStrike" kern="1200" cap="none">
                <a:ln>
                  <a:noFill/>
                </a:ln>
                <a:solidFill>
                  <a:srgbClr val="000000"/>
                </a:solidFill>
                <a:latin typeface="Times New Roman" pitchFamily="18"/>
                <a:ea typeface="David CLM" pitchFamily="2"/>
                <a:cs typeface="Liberation Sans" pitchFamily="34"/>
              </a:rPr>
              <a:t>k</a:t>
            </a:r>
            <a:r>
              <a:rPr lang="he-IL" sz="4000" b="0" i="0" u="none" strike="noStrike" kern="1200" cap="none">
                <a:ln>
                  <a:noFill/>
                </a:ln>
                <a:solidFill>
                  <a:srgbClr val="000000"/>
                </a:solidFill>
                <a:latin typeface="Liberation Sans" pitchFamily="34"/>
                <a:ea typeface="David CLM" pitchFamily="2"/>
                <a:cs typeface="Liberation Sans" pitchFamily="34"/>
              </a:rPr>
              <a:t> </a:t>
            </a:r>
            <a:r>
              <a:rPr lang="en-US" sz="4000" b="0" i="0" u="none" strike="noStrike" kern="1200" cap="none">
                <a:ln>
                  <a:noFill/>
                </a:ln>
                <a:solidFill>
                  <a:srgbClr val="000000"/>
                </a:solidFill>
                <a:latin typeface="Liberation Sans" pitchFamily="34"/>
                <a:ea typeface="David CLM" pitchFamily="2"/>
                <a:cs typeface="Liberation Sans" pitchFamily="34"/>
              </a:rPr>
              <a:t>הקטן ביותר כך שמישהו ממעגל </a:t>
            </a:r>
            <a:r>
              <a:rPr lang="en-US" sz="4000" b="0" i="1" u="none" strike="noStrike" kern="1200" cap="none">
                <a:ln>
                  <a:noFill/>
                </a:ln>
                <a:solidFill>
                  <a:srgbClr val="000000"/>
                </a:solidFill>
                <a:latin typeface="Times New Roman" pitchFamily="18"/>
                <a:ea typeface="David CLM" pitchFamily="2"/>
                <a:cs typeface="Liberation Sans" pitchFamily="34"/>
              </a:rPr>
              <a:t>k</a:t>
            </a:r>
            <a:r>
              <a:rPr lang="he-IL" sz="4000" b="0" i="0" u="none" strike="noStrike" kern="1200" cap="none">
                <a:ln>
                  <a:noFill/>
                </a:ln>
                <a:solidFill>
                  <a:srgbClr val="000000"/>
                </a:solidFill>
                <a:latin typeface="Liberation Sans" pitchFamily="34"/>
                <a:ea typeface="David CLM" pitchFamily="2"/>
                <a:cs typeface="Liberation Sans" pitchFamily="34"/>
              </a:rPr>
              <a:t> </a:t>
            </a:r>
            <a:r>
              <a:rPr lang="en-US" sz="4000" b="0" i="0" u="none" strike="noStrike" kern="1200" cap="none">
                <a:ln>
                  <a:noFill/>
                </a:ln>
                <a:solidFill>
                  <a:srgbClr val="000000"/>
                </a:solidFill>
                <a:latin typeface="Liberation Sans" pitchFamily="34"/>
                <a:ea typeface="David CLM" pitchFamily="2"/>
                <a:cs typeface="Liberation Sans" pitchFamily="34"/>
              </a:rPr>
              <a:t>באלגוריתם</a:t>
            </a:r>
            <a:r>
              <a:rPr lang="he-IL" sz="4000" b="0" i="0" u="none" strike="noStrike" kern="1200" cap="none">
                <a:ln>
                  <a:noFill/>
                </a:ln>
                <a:solidFill>
                  <a:srgbClr val="000000"/>
                </a:solidFill>
                <a:latin typeface="Liberation Sans" pitchFamily="34"/>
                <a:ea typeface="David CLM" pitchFamily="2"/>
                <a:cs typeface="Liberation Sans" pitchFamily="34"/>
              </a:rPr>
              <a:t>, </a:t>
            </a:r>
            <a:r>
              <a:rPr lang="en-US" sz="4000" b="0" i="0" u="none" strike="noStrike" kern="1200" cap="none">
                <a:ln>
                  <a:noFill/>
                </a:ln>
                <a:solidFill>
                  <a:srgbClr val="000000"/>
                </a:solidFill>
                <a:latin typeface="Liberation Sans" pitchFamily="34"/>
                <a:ea typeface="David CLM" pitchFamily="2"/>
                <a:cs typeface="Liberation Sans" pitchFamily="34"/>
              </a:rPr>
              <a:t>משובץ אחרת בשיבוץ ב.</a:t>
            </a:r>
          </a:p>
          <a:p>
            <a:pPr marL="0" marR="0" lvl="0" indent="0" algn="r" rtl="1" hangingPunct="0">
              <a:lnSpc>
                <a:spcPct val="100000"/>
              </a:lnSpc>
              <a:spcBef>
                <a:spcPts val="0"/>
              </a:spcBef>
              <a:spcAft>
                <a:spcPts val="0"/>
              </a:spcAft>
              <a:buNone/>
              <a:tabLst/>
            </a:pPr>
            <a:r>
              <a:rPr lang="he-IL" sz="4000" b="0" i="0" u="none" strike="noStrike" kern="1200" cap="none">
                <a:ln>
                  <a:noFill/>
                </a:ln>
                <a:solidFill>
                  <a:srgbClr val="0000CC"/>
                </a:solidFill>
                <a:latin typeface="Liberation Sans" pitchFamily="34"/>
                <a:ea typeface="Noto Sans CJK SC Regular" pitchFamily="2"/>
                <a:cs typeface="Liberation Sans" pitchFamily="34"/>
              </a:rPr>
              <a:t>בשיבוץ א הוא מקבל את הבית הטוב ביותר מהבתים שלא נלקחו ע"י מעגלים </a:t>
            </a:r>
            <a:r>
              <a:rPr lang="en-US" sz="4000" b="0" i="1" u="none" strike="noStrike" kern="1200" cap="none">
                <a:ln>
                  <a:noFill/>
                </a:ln>
                <a:solidFill>
                  <a:srgbClr val="0000CC"/>
                </a:solidFill>
                <a:latin typeface="Times New Roman" pitchFamily="18"/>
                <a:ea typeface="David CLM" pitchFamily="2"/>
                <a:cs typeface="Liberation Sans" pitchFamily="34"/>
              </a:rPr>
              <a:t>k</a:t>
            </a:r>
            <a:r>
              <a:rPr lang="en-US" sz="4000" b="0" i="0" u="none" strike="noStrike" kern="1200" cap="none">
                <a:ln>
                  <a:noFill/>
                </a:ln>
                <a:solidFill>
                  <a:srgbClr val="0000CC"/>
                </a:solidFill>
                <a:latin typeface="Times New Roman" pitchFamily="18"/>
                <a:ea typeface="David CLM" pitchFamily="2"/>
                <a:cs typeface="Liberation Sans" pitchFamily="34"/>
              </a:rPr>
              <a:t>&gt;</a:t>
            </a:r>
            <a:r>
              <a:rPr lang="en-US" sz="4000" b="0" i="1" u="none" strike="noStrike" kern="1200" cap="none">
                <a:ln>
                  <a:noFill/>
                </a:ln>
                <a:solidFill>
                  <a:srgbClr val="0000CC"/>
                </a:solidFill>
                <a:latin typeface="Times New Roman" pitchFamily="18"/>
                <a:ea typeface="David CLM" pitchFamily="2"/>
                <a:cs typeface="Liberation Sans" pitchFamily="34"/>
              </a:rPr>
              <a:t>j</a:t>
            </a:r>
            <a:r>
              <a:rPr lang="he-IL" sz="4000" b="0" i="0" u="none" strike="noStrike" kern="1200" cap="none">
                <a:ln>
                  <a:noFill/>
                </a:ln>
                <a:solidFill>
                  <a:srgbClr val="0000CC"/>
                </a:solidFill>
                <a:latin typeface="Liberation Sans" pitchFamily="34"/>
                <a:ea typeface="David CLM" pitchFamily="2"/>
                <a:cs typeface="Liberation Sans" pitchFamily="34"/>
              </a:rPr>
              <a:t>.</a:t>
            </a:r>
            <a:endParaRPr lang="en-US" sz="4000" b="0" i="0" u="none" strike="noStrike" kern="1200" cap="none">
              <a:ln>
                <a:noFill/>
              </a:ln>
              <a:solidFill>
                <a:srgbClr val="0000CC"/>
              </a:solidFill>
              <a:latin typeface="Liberation Sans" pitchFamily="34"/>
              <a:ea typeface="David CLM" pitchFamily="2"/>
              <a:cs typeface="Liberation Sans" pitchFamily="34"/>
            </a:endParaRPr>
          </a:p>
          <a:p>
            <a:pPr marL="0" marR="0" lvl="0" indent="0" algn="r" rtl="1" hangingPunct="0">
              <a:lnSpc>
                <a:spcPct val="100000"/>
              </a:lnSpc>
              <a:spcBef>
                <a:spcPts val="0"/>
              </a:spcBef>
              <a:spcAft>
                <a:spcPts val="0"/>
              </a:spcAft>
              <a:buNone/>
              <a:tabLst/>
            </a:pPr>
            <a:r>
              <a:rPr lang="he-IL" sz="4000" b="0" i="0" u="none" strike="noStrike" kern="1200" cap="none">
                <a:ln>
                  <a:noFill/>
                </a:ln>
                <a:solidFill>
                  <a:srgbClr val="FF0000"/>
                </a:solidFill>
                <a:latin typeface="Liberation Sans" pitchFamily="34"/>
                <a:ea typeface="David CLM" pitchFamily="2"/>
                <a:cs typeface="Liberation Sans" pitchFamily="34"/>
              </a:rPr>
              <a:t>בשיבוץ ב הוא </a:t>
            </a:r>
            <a:r>
              <a:rPr lang="he-IL" sz="4000" b="1" i="0" u="none" strike="noStrike" kern="1200" cap="none">
                <a:ln>
                  <a:noFill/>
                </a:ln>
                <a:solidFill>
                  <a:srgbClr val="FF0000"/>
                </a:solidFill>
                <a:latin typeface="Liberation Sans" pitchFamily="34"/>
                <a:ea typeface="David CLM" pitchFamily="2"/>
                <a:cs typeface="Liberation Sans" pitchFamily="34"/>
              </a:rPr>
              <a:t>לא</a:t>
            </a:r>
            <a:r>
              <a:rPr lang="en-US" sz="4000" b="0" i="0" u="none" strike="noStrike" kern="1200" cap="none">
                <a:ln>
                  <a:noFill/>
                </a:ln>
                <a:solidFill>
                  <a:srgbClr val="FF0000"/>
                </a:solidFill>
                <a:latin typeface="Liberation Sans" pitchFamily="34"/>
                <a:ea typeface="David CLM" pitchFamily="2"/>
                <a:cs typeface="Liberation Sans" pitchFamily="34"/>
              </a:rPr>
              <a:t> מקבל בית ממעגל </a:t>
            </a:r>
            <a:r>
              <a:rPr lang="en-US" sz="4000" b="0" i="1" u="none" strike="noStrike" kern="1200" cap="none">
                <a:ln>
                  <a:noFill/>
                </a:ln>
                <a:solidFill>
                  <a:srgbClr val="FF0000"/>
                </a:solidFill>
                <a:latin typeface="Times New Roman" pitchFamily="18"/>
                <a:ea typeface="David CLM" pitchFamily="2"/>
                <a:cs typeface="Liberation Sans" pitchFamily="34"/>
              </a:rPr>
              <a:t>k</a:t>
            </a:r>
            <a:r>
              <a:rPr lang="en-US" sz="4000" b="0" i="0" u="none" strike="noStrike" kern="1200" cap="none">
                <a:ln>
                  <a:noFill/>
                </a:ln>
                <a:solidFill>
                  <a:srgbClr val="FF0000"/>
                </a:solidFill>
                <a:latin typeface="Times New Roman" pitchFamily="18"/>
                <a:ea typeface="David CLM" pitchFamily="2"/>
                <a:cs typeface="Liberation Sans" pitchFamily="34"/>
              </a:rPr>
              <a:t>&gt;</a:t>
            </a:r>
            <a:r>
              <a:rPr lang="en-US" sz="4000" b="0" i="1" u="none" strike="noStrike" kern="1200" cap="none">
                <a:ln>
                  <a:noFill/>
                </a:ln>
                <a:solidFill>
                  <a:srgbClr val="FF0000"/>
                </a:solidFill>
                <a:latin typeface="Times New Roman" pitchFamily="18"/>
                <a:ea typeface="David CLM" pitchFamily="2"/>
                <a:cs typeface="Liberation Sans" pitchFamily="34"/>
              </a:rPr>
              <a:t>j</a:t>
            </a:r>
            <a:r>
              <a:rPr lang="he-IL" sz="4000" b="0" i="0" u="none" strike="noStrike" kern="1200" cap="none">
                <a:ln>
                  <a:noFill/>
                </a:ln>
                <a:solidFill>
                  <a:srgbClr val="FF0000"/>
                </a:solidFill>
                <a:latin typeface="Liberation Sans" pitchFamily="34"/>
                <a:ea typeface="David CLM" pitchFamily="2"/>
                <a:cs typeface="Liberation Sans" pitchFamily="34"/>
              </a:rPr>
              <a:t>, </a:t>
            </a:r>
            <a:r>
              <a:rPr lang="en-US" sz="4000" b="0" i="0" u="none" strike="noStrike" kern="1200" cap="none">
                <a:ln>
                  <a:noFill/>
                </a:ln>
                <a:solidFill>
                  <a:srgbClr val="FF0000"/>
                </a:solidFill>
                <a:latin typeface="Liberation Sans" pitchFamily="34"/>
                <a:ea typeface="David CLM" pitchFamily="2"/>
                <a:cs typeface="Liberation Sans" pitchFamily="34"/>
              </a:rPr>
              <a:t>ולכן מצבו </a:t>
            </a:r>
            <a:r>
              <a:rPr lang="he-IL" sz="4000" b="1" i="0" u="none" strike="noStrike" kern="1200" cap="none">
                <a:ln>
                  <a:noFill/>
                </a:ln>
                <a:solidFill>
                  <a:srgbClr val="FF0000"/>
                </a:solidFill>
                <a:latin typeface="Liberation Sans" pitchFamily="34"/>
                <a:ea typeface="David CLM" pitchFamily="2"/>
                <a:cs typeface="Liberation Sans" pitchFamily="34"/>
              </a:rPr>
              <a:t>פחות </a:t>
            </a:r>
            <a:r>
              <a:rPr lang="he-IL" sz="4000" b="0" i="0" u="none" strike="noStrike" kern="1200" cap="none">
                <a:ln>
                  <a:noFill/>
                </a:ln>
                <a:solidFill>
                  <a:srgbClr val="FF0000"/>
                </a:solidFill>
                <a:latin typeface="Liberation Sans" pitchFamily="34"/>
                <a:ea typeface="David CLM" pitchFamily="2"/>
                <a:cs typeface="Liberation Sans" pitchFamily="34"/>
              </a:rPr>
              <a:t>טוב (כי ההעדפות חזקות).</a:t>
            </a:r>
          </a:p>
          <a:p>
            <a:pPr lvl="0" algn="r" rtl="1" hangingPunct="0"/>
            <a:r>
              <a:rPr lang="he-IL" sz="4000" b="0" i="0" u="none" strike="noStrike" kern="1200" cap="none">
                <a:ln>
                  <a:noFill/>
                </a:ln>
                <a:latin typeface="Liberation Sans" pitchFamily="34"/>
                <a:ea typeface="David CLM" pitchFamily="2"/>
                <a:cs typeface="Liberation Sans" pitchFamily="34"/>
                <a:sym typeface="Wingdings" panose="05000000000000000000" pitchFamily="2" charset="2"/>
              </a:rPr>
              <a:t></a:t>
            </a:r>
            <a:r>
              <a:rPr lang="en-US" sz="4000" b="0" i="0" u="none" strike="noStrike" kern="1200" cap="none">
                <a:ln>
                  <a:noFill/>
                </a:ln>
                <a:latin typeface="Liberation Sans" pitchFamily="34"/>
                <a:ea typeface="David CLM" pitchFamily="2"/>
                <a:cs typeface="Liberation Sans" pitchFamily="34"/>
              </a:rPr>
              <a:t>משתתפי מעגל </a:t>
            </a:r>
            <a:r>
              <a:rPr lang="en-US" sz="4000" b="0" i="1" u="none" strike="noStrike" kern="1200" cap="none">
                <a:ln>
                  <a:noFill/>
                </a:ln>
                <a:latin typeface="Times New Roman" pitchFamily="18"/>
                <a:ea typeface="David CLM" pitchFamily="2"/>
                <a:cs typeface="Liberation Sans" pitchFamily="34"/>
              </a:rPr>
              <a:t>k</a:t>
            </a:r>
            <a:r>
              <a:rPr lang="he-IL" sz="4000" b="0" i="0" u="none" strike="noStrike" kern="1200" cap="none">
                <a:ln>
                  <a:noFill/>
                </a:ln>
                <a:latin typeface="Liberation Sans" pitchFamily="34"/>
                <a:ea typeface="David CLM" pitchFamily="2"/>
                <a:cs typeface="Liberation Sans" pitchFamily="34"/>
              </a:rPr>
              <a:t> </a:t>
            </a:r>
            <a:r>
              <a:rPr lang="en-US" sz="4000" b="0" i="0" u="none" strike="noStrike" kern="1200" cap="none">
                <a:ln>
                  <a:noFill/>
                </a:ln>
                <a:latin typeface="Liberation Sans" pitchFamily="34"/>
                <a:ea typeface="David CLM" pitchFamily="2"/>
                <a:cs typeface="Liberation Sans" pitchFamily="34"/>
              </a:rPr>
              <a:t>יכולים לפרוש ולערער על שיבוץ ב.</a:t>
            </a:r>
            <a:r>
              <a:rPr lang="he-IL" sz="4000">
                <a:latin typeface="Liberation Sans" pitchFamily="34"/>
                <a:ea typeface="David CLM" pitchFamily="2"/>
                <a:cs typeface="Liberation Sans" pitchFamily="34"/>
                <a:sym typeface="Wingdings" panose="05000000000000000000" pitchFamily="2" charset="2"/>
              </a:rPr>
              <a:t> </a:t>
            </a:r>
            <a:r>
              <a:rPr lang="en-US" sz="4000" b="0" i="0" u="none" strike="noStrike" kern="1200" cap="none">
                <a:ln>
                  <a:noFill/>
                </a:ln>
                <a:latin typeface="Liberation Sans" pitchFamily="34"/>
                <a:ea typeface="David CLM" pitchFamily="2"/>
                <a:cs typeface="Liberation Sans" pitchFamily="34"/>
              </a:rPr>
              <a:t> שיבוץ ב לא יציב</a:t>
            </a:r>
            <a:r>
              <a:rPr lang="he-IL" sz="4000" b="0" i="0" u="none" strike="noStrike" kern="1200" cap="none">
                <a:ln>
                  <a:noFill/>
                </a:ln>
                <a:latin typeface="Liberation Sans" pitchFamily="34"/>
                <a:ea typeface="David CLM" pitchFamily="2"/>
                <a:cs typeface="Liberation Sans" pitchFamily="34"/>
              </a:rPr>
              <a:t>. </a:t>
            </a:r>
            <a:r>
              <a:rPr lang="en-US" sz="4000" b="0" i="0" u="none" strike="noStrike" kern="1200" cap="none">
                <a:ln>
                  <a:noFill/>
                </a:ln>
                <a:latin typeface="Liberation Sans" pitchFamily="34"/>
                <a:ea typeface="David CLM" pitchFamily="2"/>
                <a:cs typeface="Liberation Sans" pitchFamily="34"/>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entr" fill="hold" grpId="1"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fill="hold" grpId="1"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fill="hold" grpId="1"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fill="hold" grpId="1"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fill="hold" grpId="1"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Class="entr" fill="hold" grpId="1"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build="p"/>
    </p:bldLst>
  </p:timing>
</p:sld>
</file>

<file path=ppt/slides/slide12.xml><?xml version="1.0" encoding="utf-8"?>
<p:sld xmlns:a="http://schemas.openxmlformats.org/drawingml/2006/main" xmlns:r="http://schemas.openxmlformats.org/officeDocument/2006/relationships" xmlns:p="http://schemas.openxmlformats.org/presentationml/2006/main">
  <p:cSld name="page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9E6FF-E5B3-5907-CA9B-E55642CADE4B}"/>
              </a:ext>
            </a:extLst>
          </p:cNvPr>
          <p:cNvSpPr txBox="1">
            <a:spLocks noGrp="1"/>
          </p:cNvSpPr>
          <p:nvPr>
            <p:ph type="title" idx="4294967295"/>
          </p:nvPr>
        </p:nvSpPr>
        <p:spPr>
          <a:xfrm>
            <a:off x="592560" y="0"/>
            <a:ext cx="8734319" cy="914400"/>
          </a:xfrm>
        </p:spPr>
        <p:txBody>
          <a:bodyPr vert="horz"/>
          <a:lstStyle/>
          <a:p>
            <a:pPr lvl="0"/>
            <a:r>
              <a:rPr lang="he-IL" b="1">
                <a:latin typeface="Liberation Sans" pitchFamily="34"/>
                <a:cs typeface="Liberation Sans" pitchFamily="34"/>
              </a:rPr>
              <a:t>אלגוריתם מעגלי המסחר - מימוש</a:t>
            </a:r>
          </a:p>
        </p:txBody>
      </p:sp>
      <p:sp>
        <p:nvSpPr>
          <p:cNvPr id="3" name="TextBox 2">
            <a:extLst>
              <a:ext uri="{FF2B5EF4-FFF2-40B4-BE49-F238E27FC236}">
                <a16:creationId xmlns:a16="http://schemas.microsoft.com/office/drawing/2014/main" id="{0FDD531B-B760-043D-17DE-7C0C324CA6E5}"/>
              </a:ext>
            </a:extLst>
          </p:cNvPr>
          <p:cNvSpPr txBox="1"/>
          <p:nvPr/>
        </p:nvSpPr>
        <p:spPr>
          <a:xfrm>
            <a:off x="368279" y="2834640"/>
            <a:ext cx="9242280" cy="65772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0"/>
              </a:spcBef>
              <a:spcAft>
                <a:spcPts val="0"/>
              </a:spcAft>
              <a:buNone/>
              <a:tabLst/>
            </a:pPr>
            <a:r>
              <a:rPr lang="en-US" sz="4000" b="0" i="0" u="none" strike="noStrike" kern="1200" cap="none">
                <a:ln>
                  <a:noFill/>
                </a:ln>
                <a:latin typeface="Liberation Sans" pitchFamily="18"/>
                <a:ea typeface="Noto Sans CJK SC Regular" pitchFamily="2"/>
                <a:cs typeface="Nachlieli CLM" pitchFamily="2"/>
                <a:hlinkClick r:id="rId3"/>
              </a:rPr>
              <a:t>https://github.com/aricRach/final-project/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page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5D264-4A60-7942-37FA-B27B0A2A5C6E}"/>
              </a:ext>
            </a:extLst>
          </p:cNvPr>
          <p:cNvSpPr txBox="1">
            <a:spLocks noGrp="1"/>
          </p:cNvSpPr>
          <p:nvPr>
            <p:ph type="title" idx="4294967295"/>
          </p:nvPr>
        </p:nvSpPr>
        <p:spPr>
          <a:xfrm>
            <a:off x="592560" y="0"/>
            <a:ext cx="8734319" cy="914400"/>
          </a:xfrm>
        </p:spPr>
        <p:txBody>
          <a:bodyPr vert="horz"/>
          <a:lstStyle/>
          <a:p>
            <a:pPr lvl="0" rtl="1"/>
            <a:r>
              <a:rPr lang="he-IL" b="1">
                <a:latin typeface="Liberation Sans" pitchFamily="34"/>
                <a:cs typeface="Liberation Sans" pitchFamily="34"/>
              </a:rPr>
              <a:t>יחסי-העדפה עם אדישות</a:t>
            </a:r>
          </a:p>
        </p:txBody>
      </p:sp>
      <p:sp>
        <p:nvSpPr>
          <p:cNvPr id="3" name="TextBox 2">
            <a:extLst>
              <a:ext uri="{FF2B5EF4-FFF2-40B4-BE49-F238E27FC236}">
                <a16:creationId xmlns:a16="http://schemas.microsoft.com/office/drawing/2014/main" id="{92E55567-31C4-0E39-6C19-2C7209D7AC1F}"/>
              </a:ext>
            </a:extLst>
          </p:cNvPr>
          <p:cNvSpPr txBox="1"/>
          <p:nvPr/>
        </p:nvSpPr>
        <p:spPr>
          <a:xfrm>
            <a:off x="0" y="665640"/>
            <a:ext cx="10080000" cy="2450243"/>
          </a:xfrm>
          <a:prstGeom prst="rect">
            <a:avLst/>
          </a:prstGeom>
          <a:noFill/>
          <a:ln>
            <a:noFill/>
          </a:ln>
        </p:spPr>
        <p:txBody>
          <a:bodyPr vert="horz" wrap="square" lIns="90000" tIns="45000" rIns="90000" bIns="45000" anchorCtr="0" compatLnSpc="0">
            <a:spAutoFit/>
          </a:bodyPr>
          <a:lstStyle/>
          <a:p>
            <a:pPr marL="0" marR="0" lvl="0" indent="0" algn="r" rtl="1" hangingPunct="0">
              <a:lnSpc>
                <a:spcPct val="100000"/>
              </a:lnSpc>
              <a:spcBef>
                <a:spcPts val="0"/>
              </a:spcBef>
              <a:spcAft>
                <a:spcPts val="0"/>
              </a:spcAft>
              <a:buNone/>
              <a:tabLst/>
            </a:pPr>
            <a:r>
              <a:rPr lang="he-IL" sz="4000" b="0" i="0" u="none" strike="noStrike" kern="1200" cap="none">
                <a:ln>
                  <a:noFill/>
                </a:ln>
                <a:solidFill>
                  <a:srgbClr val="800080"/>
                </a:solidFill>
                <a:latin typeface="Liberation Sans" pitchFamily="34"/>
                <a:ea typeface="David CLM" pitchFamily="2"/>
                <a:cs typeface="Liberation Sans" pitchFamily="34"/>
              </a:rPr>
              <a:t>לרוב, אנשים אדישים בין כמה אפשרויות.</a:t>
            </a:r>
          </a:p>
          <a:p>
            <a:pPr marL="0" marR="0" lvl="0" indent="0" algn="r" rtl="1" hangingPunct="0">
              <a:lnSpc>
                <a:spcPct val="100000"/>
              </a:lnSpc>
              <a:spcBef>
                <a:spcPts val="0"/>
              </a:spcBef>
              <a:spcAft>
                <a:spcPts val="0"/>
              </a:spcAft>
              <a:buSzPct val="45000"/>
              <a:buFont typeface="StarSymbol"/>
              <a:buChar char="●"/>
              <a:tabLst/>
            </a:pPr>
            <a:r>
              <a:rPr lang="he-IL" sz="4000" b="0" i="1" u="none" strike="noStrike" kern="1200" cap="none">
                <a:ln>
                  <a:noFill/>
                </a:ln>
                <a:solidFill>
                  <a:srgbClr val="800080"/>
                </a:solidFill>
                <a:latin typeface="Liberation Sans" pitchFamily="34"/>
                <a:ea typeface="David CLM" pitchFamily="2"/>
                <a:cs typeface="Liberation Sans" pitchFamily="34"/>
              </a:rPr>
              <a:t>דוגמה: סטודנטים שמעדיפים מעונות מסוג מסויים, אבל לא אכפת להם איזה בית בדיוק.</a:t>
            </a:r>
          </a:p>
          <a:p>
            <a:pPr marL="0" marR="0" lvl="0" indent="0" algn="r" rtl="1" hangingPunct="0">
              <a:lnSpc>
                <a:spcPct val="100000"/>
              </a:lnSpc>
              <a:spcBef>
                <a:spcPts val="0"/>
              </a:spcBef>
              <a:spcAft>
                <a:spcPts val="0"/>
              </a:spcAft>
              <a:buNone/>
              <a:tabLst/>
            </a:pPr>
            <a:r>
              <a:rPr lang="he-IL" sz="4000" b="0" i="0" u="none" strike="noStrike" kern="1200" cap="none">
                <a:ln>
                  <a:noFill/>
                </a:ln>
                <a:solidFill>
                  <a:srgbClr val="FF0000"/>
                </a:solidFill>
                <a:latin typeface="Liberation Sans" pitchFamily="34"/>
                <a:ea typeface="David CLM" pitchFamily="2"/>
                <a:cs typeface="Liberation Sans" pitchFamily="34"/>
              </a:rPr>
              <a:t>המשמעות: אנשים עם כמה קשתות יוצאות:</a:t>
            </a:r>
          </a:p>
        </p:txBody>
      </p:sp>
      <p:pic>
        <p:nvPicPr>
          <p:cNvPr id="4" name="Picture 46_0">
            <a:extLst>
              <a:ext uri="{FF2B5EF4-FFF2-40B4-BE49-F238E27FC236}">
                <a16:creationId xmlns:a16="http://schemas.microsoft.com/office/drawing/2014/main" id="{E0E48B7A-ADD3-E31B-EAC8-DB33D3A522A2}"/>
              </a:ext>
            </a:extLst>
          </p:cNvPr>
          <p:cNvPicPr>
            <a:picLocks noChangeAspect="1"/>
          </p:cNvPicPr>
          <p:nvPr/>
        </p:nvPicPr>
        <p:blipFill>
          <a:blip r:embed="rId3">
            <a:lum/>
            <a:alphaModFix/>
          </a:blip>
          <a:srcRect/>
          <a:stretch>
            <a:fillRect/>
          </a:stretch>
        </p:blipFill>
        <p:spPr>
          <a:xfrm>
            <a:off x="6206040" y="3467520"/>
            <a:ext cx="1808999" cy="1086120"/>
          </a:xfrm>
          <a:prstGeom prst="rect">
            <a:avLst/>
          </a:prstGeom>
          <a:noFill/>
          <a:ln>
            <a:noFill/>
          </a:ln>
        </p:spPr>
      </p:pic>
      <p:pic>
        <p:nvPicPr>
          <p:cNvPr id="5" name="Picture 47_0">
            <a:extLst>
              <a:ext uri="{FF2B5EF4-FFF2-40B4-BE49-F238E27FC236}">
                <a16:creationId xmlns:a16="http://schemas.microsoft.com/office/drawing/2014/main" id="{C6C5C01F-2832-9654-0E63-2AF427714D3E}"/>
              </a:ext>
            </a:extLst>
          </p:cNvPr>
          <p:cNvPicPr>
            <a:picLocks noChangeAspect="1"/>
          </p:cNvPicPr>
          <p:nvPr/>
        </p:nvPicPr>
        <p:blipFill>
          <a:blip r:embed="rId4">
            <a:lum/>
            <a:alphaModFix/>
          </a:blip>
          <a:srcRect/>
          <a:stretch>
            <a:fillRect/>
          </a:stretch>
        </p:blipFill>
        <p:spPr>
          <a:xfrm>
            <a:off x="6174000" y="4869000"/>
            <a:ext cx="1868760" cy="1139400"/>
          </a:xfrm>
          <a:prstGeom prst="rect">
            <a:avLst/>
          </a:prstGeom>
          <a:noFill/>
          <a:ln>
            <a:noFill/>
          </a:ln>
        </p:spPr>
      </p:pic>
      <p:pic>
        <p:nvPicPr>
          <p:cNvPr id="6" name="Picture 5">
            <a:extLst>
              <a:ext uri="{FF2B5EF4-FFF2-40B4-BE49-F238E27FC236}">
                <a16:creationId xmlns:a16="http://schemas.microsoft.com/office/drawing/2014/main" id="{E788B472-BFDC-A8E5-174B-495E1D795261}"/>
              </a:ext>
            </a:extLst>
          </p:cNvPr>
          <p:cNvPicPr>
            <a:picLocks noChangeAspect="1"/>
          </p:cNvPicPr>
          <p:nvPr/>
        </p:nvPicPr>
        <p:blipFill>
          <a:blip r:embed="rId5">
            <a:lum/>
            <a:alphaModFix/>
          </a:blip>
          <a:srcRect l="17498" t="32616" r="69178" b="39637"/>
          <a:stretch>
            <a:fillRect/>
          </a:stretch>
        </p:blipFill>
        <p:spPr>
          <a:xfrm rot="240000">
            <a:off x="2802851" y="2879064"/>
            <a:ext cx="1334880" cy="1752479"/>
          </a:xfrm>
          <a:prstGeom prst="rect">
            <a:avLst/>
          </a:prstGeom>
          <a:noFill/>
          <a:ln>
            <a:noFill/>
          </a:ln>
        </p:spPr>
      </p:pic>
      <p:pic>
        <p:nvPicPr>
          <p:cNvPr id="7" name="Picture 6">
            <a:extLst>
              <a:ext uri="{FF2B5EF4-FFF2-40B4-BE49-F238E27FC236}">
                <a16:creationId xmlns:a16="http://schemas.microsoft.com/office/drawing/2014/main" id="{331F92A9-AFEE-8286-D60B-8970994D071C}"/>
              </a:ext>
            </a:extLst>
          </p:cNvPr>
          <p:cNvPicPr>
            <a:picLocks noChangeAspect="1"/>
          </p:cNvPicPr>
          <p:nvPr/>
        </p:nvPicPr>
        <p:blipFill>
          <a:blip r:embed="rId5">
            <a:lum/>
            <a:alphaModFix/>
          </a:blip>
          <a:srcRect l="18332" t="-1716" r="69178" b="72675"/>
          <a:stretch>
            <a:fillRect/>
          </a:stretch>
        </p:blipFill>
        <p:spPr>
          <a:xfrm>
            <a:off x="3116160" y="4676040"/>
            <a:ext cx="996840" cy="1463039"/>
          </a:xfrm>
          <a:prstGeom prst="rect">
            <a:avLst/>
          </a:prstGeom>
          <a:noFill/>
          <a:ln>
            <a:noFill/>
          </a:ln>
        </p:spPr>
      </p:pic>
      <p:sp>
        <p:nvSpPr>
          <p:cNvPr id="8" name="TextBox 7">
            <a:extLst>
              <a:ext uri="{FF2B5EF4-FFF2-40B4-BE49-F238E27FC236}">
                <a16:creationId xmlns:a16="http://schemas.microsoft.com/office/drawing/2014/main" id="{75C17696-F132-6201-30C2-3D2A92E9B66B}"/>
              </a:ext>
            </a:extLst>
          </p:cNvPr>
          <p:cNvSpPr txBox="1"/>
          <p:nvPr/>
        </p:nvSpPr>
        <p:spPr>
          <a:xfrm>
            <a:off x="205272" y="6126480"/>
            <a:ext cx="9783287" cy="1270561"/>
          </a:xfrm>
          <a:prstGeom prst="rect">
            <a:avLst/>
          </a:prstGeom>
          <a:noFill/>
          <a:ln>
            <a:noFill/>
          </a:ln>
        </p:spPr>
        <p:txBody>
          <a:bodyPr vert="horz" wrap="square" lIns="90000" tIns="45000" rIns="90000" bIns="45000" anchorCtr="0" compatLnSpc="0">
            <a:spAutoFit/>
          </a:bodyPr>
          <a:lstStyle/>
          <a:p>
            <a:pPr marL="0" marR="0" lvl="0" indent="0" algn="r" rtl="1" hangingPunct="0">
              <a:lnSpc>
                <a:spcPct val="100000"/>
              </a:lnSpc>
              <a:spcBef>
                <a:spcPts val="0"/>
              </a:spcBef>
              <a:spcAft>
                <a:spcPts val="0"/>
              </a:spcAft>
              <a:buNone/>
              <a:tabLst/>
            </a:pPr>
            <a:r>
              <a:rPr lang="he-IL" sz="4000" b="0" i="0" u="none" strike="noStrike" kern="1200" cap="none">
                <a:ln>
                  <a:noFill/>
                </a:ln>
                <a:solidFill>
                  <a:srgbClr val="FF0000"/>
                </a:solidFill>
                <a:latin typeface="Liberation Sans" pitchFamily="34"/>
                <a:ea typeface="David CLM" pitchFamily="2"/>
                <a:cs typeface="Liberation Sans" pitchFamily="34"/>
              </a:rPr>
              <a:t>אם נבחר קשת שרירותית, ייתכן שהתוצאה לא תהיה יעילה-פארטו.</a:t>
            </a:r>
          </a:p>
        </p:txBody>
      </p:sp>
      <p:sp>
        <p:nvSpPr>
          <p:cNvPr id="9" name="Line 16_0">
            <a:extLst>
              <a:ext uri="{FF2B5EF4-FFF2-40B4-BE49-F238E27FC236}">
                <a16:creationId xmlns:a16="http://schemas.microsoft.com/office/drawing/2014/main" id="{9A3CD871-351D-C4D7-D7C7-D23700516724}"/>
              </a:ext>
            </a:extLst>
          </p:cNvPr>
          <p:cNvSpPr/>
          <p:nvPr/>
        </p:nvSpPr>
        <p:spPr>
          <a:xfrm flipH="1">
            <a:off x="4103280" y="3748680"/>
            <a:ext cx="1931760" cy="360"/>
          </a:xfrm>
          <a:prstGeom prst="line">
            <a:avLst/>
          </a:prstGeom>
          <a:noFill/>
          <a:ln w="38160">
            <a:solidFill>
              <a:srgbClr val="4F8754"/>
            </a:solidFill>
            <a:prstDash val="solid"/>
            <a:round/>
            <a:tailEnd type="arrow"/>
          </a:ln>
        </p:spPr>
        <p:txBody>
          <a:bodyPr vert="horz" wrap="square" lIns="90000" tIns="45000" rIns="90000" bIns="45000" anchor="t" anchorCtr="1"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Noto Sans CJK SC Regular" pitchFamily="2"/>
              <a:cs typeface="Nachlieli CLM" pitchFamily="2"/>
            </a:endParaRPr>
          </a:p>
        </p:txBody>
      </p:sp>
      <p:sp>
        <p:nvSpPr>
          <p:cNvPr id="10" name="Line 16_1">
            <a:extLst>
              <a:ext uri="{FF2B5EF4-FFF2-40B4-BE49-F238E27FC236}">
                <a16:creationId xmlns:a16="http://schemas.microsoft.com/office/drawing/2014/main" id="{5103357C-C594-7B3B-3D31-E452EB4C5CB3}"/>
              </a:ext>
            </a:extLst>
          </p:cNvPr>
          <p:cNvSpPr/>
          <p:nvPr/>
        </p:nvSpPr>
        <p:spPr>
          <a:xfrm flipH="1">
            <a:off x="4103280" y="5303159"/>
            <a:ext cx="1931760" cy="361"/>
          </a:xfrm>
          <a:prstGeom prst="line">
            <a:avLst/>
          </a:prstGeom>
          <a:noFill/>
          <a:ln w="38160">
            <a:solidFill>
              <a:srgbClr val="4F8754"/>
            </a:solidFill>
            <a:prstDash val="solid"/>
            <a:round/>
            <a:tailEnd type="arrow"/>
          </a:ln>
        </p:spPr>
        <p:txBody>
          <a:bodyPr vert="horz" wrap="square" lIns="90000" tIns="45000" rIns="90000" bIns="45000" anchor="t" anchorCtr="1"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Noto Sans CJK SC Regular" pitchFamily="2"/>
              <a:cs typeface="Nachlieli CLM" pitchFamily="2"/>
            </a:endParaRPr>
          </a:p>
        </p:txBody>
      </p:sp>
      <p:sp>
        <p:nvSpPr>
          <p:cNvPr id="11" name="Line 25_0">
            <a:extLst>
              <a:ext uri="{FF2B5EF4-FFF2-40B4-BE49-F238E27FC236}">
                <a16:creationId xmlns:a16="http://schemas.microsoft.com/office/drawing/2014/main" id="{34609FB5-1335-3D8B-75F1-E7A91B4622D2}"/>
              </a:ext>
            </a:extLst>
          </p:cNvPr>
          <p:cNvSpPr/>
          <p:nvPr/>
        </p:nvSpPr>
        <p:spPr>
          <a:xfrm flipV="1">
            <a:off x="4113000" y="4023360"/>
            <a:ext cx="1847880" cy="1092240"/>
          </a:xfrm>
          <a:prstGeom prst="line">
            <a:avLst/>
          </a:prstGeom>
          <a:noFill/>
          <a:ln w="28440">
            <a:solidFill>
              <a:srgbClr val="0000FF"/>
            </a:solidFill>
            <a:prstDash val="solid"/>
            <a:round/>
            <a:tailEnd type="arrow"/>
          </a:ln>
        </p:spPr>
        <p:txBody>
          <a:bodyPr vert="horz" wrap="square" lIns="90000" tIns="45000" rIns="90000" bIns="45000" anchor="t" anchorCtr="1"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Noto Sans CJK SC Regular" pitchFamily="2"/>
              <a:cs typeface="Nachlieli CLM" pitchFamily="2"/>
            </a:endParaRPr>
          </a:p>
        </p:txBody>
      </p:sp>
      <p:sp>
        <p:nvSpPr>
          <p:cNvPr id="12" name="Line 25_1">
            <a:extLst>
              <a:ext uri="{FF2B5EF4-FFF2-40B4-BE49-F238E27FC236}">
                <a16:creationId xmlns:a16="http://schemas.microsoft.com/office/drawing/2014/main" id="{16172142-3302-0A96-5155-E22C59B3525C}"/>
              </a:ext>
            </a:extLst>
          </p:cNvPr>
          <p:cNvSpPr/>
          <p:nvPr/>
        </p:nvSpPr>
        <p:spPr>
          <a:xfrm>
            <a:off x="4108680" y="3916080"/>
            <a:ext cx="2017800" cy="0"/>
          </a:xfrm>
          <a:prstGeom prst="line">
            <a:avLst/>
          </a:prstGeom>
          <a:noFill/>
          <a:ln w="28440">
            <a:solidFill>
              <a:srgbClr val="0000FF"/>
            </a:solidFill>
            <a:prstDash val="solid"/>
            <a:round/>
            <a:tailEnd type="arrow"/>
          </a:ln>
        </p:spPr>
        <p:txBody>
          <a:bodyPr vert="horz" wrap="square" lIns="90000" tIns="45000" rIns="90000" bIns="45000" anchor="t" anchorCtr="1"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Noto Sans CJK SC Regular" pitchFamily="2"/>
              <a:cs typeface="Nachlieli CLM" pitchFamily="2"/>
            </a:endParaRPr>
          </a:p>
        </p:txBody>
      </p:sp>
      <p:sp>
        <p:nvSpPr>
          <p:cNvPr id="13" name="Line 25_2">
            <a:extLst>
              <a:ext uri="{FF2B5EF4-FFF2-40B4-BE49-F238E27FC236}">
                <a16:creationId xmlns:a16="http://schemas.microsoft.com/office/drawing/2014/main" id="{51CBD7D1-7F48-5A47-CA92-404A71089F18}"/>
              </a:ext>
            </a:extLst>
          </p:cNvPr>
          <p:cNvSpPr/>
          <p:nvPr/>
        </p:nvSpPr>
        <p:spPr>
          <a:xfrm>
            <a:off x="4113000" y="4023360"/>
            <a:ext cx="1921680" cy="1188360"/>
          </a:xfrm>
          <a:custGeom>
            <a:avLst/>
            <a:gdLst/>
            <a:ahLst/>
            <a:cxnLst>
              <a:cxn ang="3cd4">
                <a:pos x="hc" y="t"/>
              </a:cxn>
              <a:cxn ang="cd2">
                <a:pos x="l" y="vc"/>
              </a:cxn>
              <a:cxn ang="cd4">
                <a:pos x="hc" y="b"/>
              </a:cxn>
              <a:cxn ang="0">
                <a:pos x="r" y="vc"/>
              </a:cxn>
            </a:cxnLst>
            <a:rect l="l" t="t" r="r" b="b"/>
            <a:pathLst>
              <a:path w="5339" h="3302" fill="none">
                <a:moveTo>
                  <a:pt x="0" y="0"/>
                </a:moveTo>
                <a:lnTo>
                  <a:pt x="5339" y="3302"/>
                </a:lnTo>
              </a:path>
            </a:pathLst>
          </a:custGeom>
          <a:noFill/>
          <a:ln w="28440">
            <a:solidFill>
              <a:srgbClr val="0000FF"/>
            </a:solidFill>
            <a:prstDash val="solid"/>
            <a:round/>
            <a:tailEnd type="arrow"/>
          </a:ln>
        </p:spPr>
        <p:txBody>
          <a:bodyPr vert="horz" wrap="square" lIns="90000" tIns="45000" rIns="90000" bIns="45000" anchor="t" anchorCtr="1" compatLnSpc="0">
            <a:noAutofit/>
          </a:bodyPr>
          <a:lstStyle/>
          <a:p>
            <a:pPr marL="0" marR="0" lvl="0" indent="0" rtl="0" hangingPunct="0">
              <a:lnSpc>
                <a:spcPct val="100000"/>
              </a:lnSpc>
              <a:spcBef>
                <a:spcPts val="0"/>
              </a:spcBef>
              <a:spcAft>
                <a:spcPts val="0"/>
              </a:spcAft>
              <a:buNone/>
              <a:tabLst/>
            </a:pPr>
            <a:endParaRPr lang="en-US" sz="1800" b="0" i="0" u="none" strike="noStrike" kern="1200" cap="none">
              <a:ln>
                <a:noFill/>
              </a:ln>
              <a:latin typeface="Liberation Sans" pitchFamily="18"/>
              <a:ea typeface="Noto Sans CJK SC Regular" pitchFamily="2"/>
              <a:cs typeface="Nachlieli CLM" pitchFamily="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page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03676-7486-0741-23C0-C9EFB791C0F8}"/>
              </a:ext>
            </a:extLst>
          </p:cNvPr>
          <p:cNvSpPr txBox="1">
            <a:spLocks noGrp="1"/>
          </p:cNvSpPr>
          <p:nvPr>
            <p:ph type="title" idx="4294967295"/>
          </p:nvPr>
        </p:nvSpPr>
        <p:spPr>
          <a:xfrm>
            <a:off x="592560" y="0"/>
            <a:ext cx="8734319" cy="914400"/>
          </a:xfrm>
        </p:spPr>
        <p:txBody>
          <a:bodyPr vert="horz"/>
          <a:lstStyle/>
          <a:p>
            <a:pPr lvl="0" rtl="1"/>
            <a:r>
              <a:rPr lang="he-IL" b="1">
                <a:latin typeface="Liberation Sans" pitchFamily="34"/>
                <a:cs typeface="Liberation Sans" pitchFamily="34"/>
              </a:rPr>
              <a:t>מעגלי-מסחר עם אדישות</a:t>
            </a:r>
          </a:p>
        </p:txBody>
      </p:sp>
      <p:sp>
        <p:nvSpPr>
          <p:cNvPr id="3" name="TextBox 2">
            <a:extLst>
              <a:ext uri="{FF2B5EF4-FFF2-40B4-BE49-F238E27FC236}">
                <a16:creationId xmlns:a16="http://schemas.microsoft.com/office/drawing/2014/main" id="{E6AB7D3A-D78B-1563-1960-3EACA3E98ED8}"/>
              </a:ext>
            </a:extLst>
          </p:cNvPr>
          <p:cNvSpPr txBox="1"/>
          <p:nvPr/>
        </p:nvSpPr>
        <p:spPr>
          <a:xfrm>
            <a:off x="182880" y="933480"/>
            <a:ext cx="9988560" cy="2450243"/>
          </a:xfrm>
          <a:prstGeom prst="rect">
            <a:avLst/>
          </a:prstGeom>
          <a:noFill/>
          <a:ln>
            <a:noFill/>
          </a:ln>
        </p:spPr>
        <p:txBody>
          <a:bodyPr vert="horz" wrap="square" lIns="90000" tIns="45000" rIns="90000" bIns="45000" anchorCtr="0" compatLnSpc="0">
            <a:spAutoFit/>
          </a:bodyPr>
          <a:lstStyle/>
          <a:p>
            <a:pPr marL="0" marR="0" lvl="0" indent="0" algn="r" rtl="1" hangingPunct="0">
              <a:lnSpc>
                <a:spcPct val="100000"/>
              </a:lnSpc>
              <a:spcBef>
                <a:spcPts val="0"/>
              </a:spcBef>
              <a:spcAft>
                <a:spcPts val="0"/>
              </a:spcAft>
              <a:buNone/>
              <a:tabLst/>
            </a:pPr>
            <a:r>
              <a:rPr lang="he-IL" sz="4000" b="1" i="0" u="none" strike="noStrike" kern="1200" cap="none">
                <a:ln>
                  <a:noFill/>
                </a:ln>
                <a:solidFill>
                  <a:srgbClr val="2A6099"/>
                </a:solidFill>
                <a:latin typeface="Liberation Sans" pitchFamily="34"/>
                <a:ea typeface="David CLM" pitchFamily="2"/>
                <a:cs typeface="Liberation Sans" pitchFamily="34"/>
              </a:rPr>
              <a:t>תזכורת</a:t>
            </a:r>
            <a:r>
              <a:rPr lang="he-IL" sz="4000" b="0" i="0" u="none" strike="noStrike" kern="1200" cap="none">
                <a:ln>
                  <a:noFill/>
                </a:ln>
                <a:solidFill>
                  <a:srgbClr val="2A6099"/>
                </a:solidFill>
                <a:latin typeface="Liberation Sans" pitchFamily="34"/>
                <a:ea typeface="David CLM" pitchFamily="2"/>
                <a:cs typeface="Liberation Sans" pitchFamily="34"/>
              </a:rPr>
              <a:t>: </a:t>
            </a:r>
            <a:r>
              <a:rPr lang="he-IL" sz="4000" b="0" i="1" u="none" strike="noStrike" kern="1200" cap="none">
                <a:ln>
                  <a:noFill/>
                </a:ln>
                <a:solidFill>
                  <a:srgbClr val="2A6099"/>
                </a:solidFill>
                <a:latin typeface="Liberation Sans" pitchFamily="34"/>
                <a:ea typeface="David CLM" pitchFamily="2"/>
                <a:cs typeface="Liberation Sans" pitchFamily="34"/>
              </a:rPr>
              <a:t>רכיב קשיר חזק</a:t>
            </a:r>
            <a:r>
              <a:rPr lang="en-US" sz="4000" b="0" i="1" u="none" strike="noStrike" kern="1200" cap="none">
                <a:ln>
                  <a:noFill/>
                </a:ln>
                <a:solidFill>
                  <a:srgbClr val="2A6099"/>
                </a:solidFill>
                <a:latin typeface="Liberation Sans" pitchFamily="34"/>
                <a:ea typeface="David CLM" pitchFamily="2"/>
                <a:cs typeface="Liberation Sans" pitchFamily="34"/>
              </a:rPr>
              <a:t> </a:t>
            </a:r>
            <a:r>
              <a:rPr lang="he-IL" sz="4000" b="0" i="0" u="none" strike="noStrike" kern="1200" cap="none">
                <a:ln>
                  <a:noFill/>
                </a:ln>
                <a:solidFill>
                  <a:srgbClr val="2A6099"/>
                </a:solidFill>
                <a:latin typeface="Liberation Sans" pitchFamily="34"/>
                <a:ea typeface="David CLM" pitchFamily="2"/>
                <a:cs typeface="Liberation Sans" pitchFamily="34"/>
              </a:rPr>
              <a:t>(</a:t>
            </a:r>
            <a:r>
              <a:rPr lang="en-US" sz="4000" b="0" i="0" u="none" strike="noStrike" kern="1200" cap="none">
                <a:ln>
                  <a:noFill/>
                </a:ln>
                <a:solidFill>
                  <a:srgbClr val="2A6099"/>
                </a:solidFill>
                <a:latin typeface="Liberation Sans" pitchFamily="34"/>
                <a:ea typeface="David CLM" pitchFamily="2"/>
                <a:cs typeface="Liberation Sans" pitchFamily="34"/>
              </a:rPr>
              <a:t>strongly-connected component</a:t>
            </a:r>
            <a:r>
              <a:rPr lang="he-IL" sz="4000" b="0" i="0" u="none" strike="noStrike" kern="1200" cap="none">
                <a:ln>
                  <a:noFill/>
                </a:ln>
                <a:solidFill>
                  <a:srgbClr val="2A6099"/>
                </a:solidFill>
                <a:latin typeface="Liberation Sans" pitchFamily="34"/>
                <a:ea typeface="David CLM" pitchFamily="2"/>
                <a:cs typeface="Liberation Sans" pitchFamily="34"/>
              </a:rPr>
              <a:t>): </a:t>
            </a:r>
            <a:r>
              <a:rPr lang="en-US" sz="4000" b="0" i="0" u="none" strike="noStrike" kern="1200" cap="none">
                <a:ln>
                  <a:noFill/>
                </a:ln>
                <a:solidFill>
                  <a:srgbClr val="2A6099"/>
                </a:solidFill>
                <a:latin typeface="Liberation Sans" pitchFamily="34"/>
                <a:ea typeface="David CLM" pitchFamily="2"/>
                <a:cs typeface="Liberation Sans" pitchFamily="34"/>
              </a:rPr>
              <a:t>אוסף צמתים</a:t>
            </a:r>
            <a:r>
              <a:rPr lang="he-IL" sz="4000" b="0" i="0" u="none" strike="noStrike" kern="1200" cap="none">
                <a:ln>
                  <a:noFill/>
                </a:ln>
                <a:solidFill>
                  <a:srgbClr val="2A6099"/>
                </a:solidFill>
                <a:latin typeface="Liberation Sans" pitchFamily="34"/>
                <a:ea typeface="David CLM" pitchFamily="2"/>
                <a:cs typeface="Liberation Sans" pitchFamily="34"/>
              </a:rPr>
              <a:t>, </a:t>
            </a:r>
            <a:r>
              <a:rPr lang="en-US" sz="4000" b="0" i="0" u="none" strike="noStrike" kern="1200" cap="none">
                <a:ln>
                  <a:noFill/>
                </a:ln>
                <a:solidFill>
                  <a:srgbClr val="2A6099"/>
                </a:solidFill>
                <a:latin typeface="Liberation Sans" pitchFamily="34"/>
                <a:ea typeface="David CLM" pitchFamily="2"/>
                <a:cs typeface="Liberation Sans" pitchFamily="34"/>
              </a:rPr>
              <a:t>שאפשר להגיע מכל אחד מהם לכל אחד מהם במסלול מכוון.</a:t>
            </a:r>
          </a:p>
          <a:p>
            <a:pPr marL="0" marR="0" lvl="0" indent="0" algn="r" rtl="1" hangingPunct="0">
              <a:lnSpc>
                <a:spcPct val="100000"/>
              </a:lnSpc>
              <a:spcBef>
                <a:spcPts val="0"/>
              </a:spcBef>
              <a:spcAft>
                <a:spcPts val="0"/>
              </a:spcAft>
              <a:buSzPct val="45000"/>
              <a:buFont typeface="StarSymbol"/>
              <a:buChar char="●"/>
              <a:tabLst/>
            </a:pPr>
            <a:r>
              <a:rPr lang="he-IL" sz="4000" b="0" i="0" u="none" strike="noStrike" kern="1200" cap="none">
                <a:ln>
                  <a:noFill/>
                </a:ln>
                <a:solidFill>
                  <a:srgbClr val="2A6099"/>
                </a:solidFill>
                <a:latin typeface="Liberation Sans" pitchFamily="34"/>
                <a:ea typeface="David CLM" pitchFamily="2"/>
                <a:cs typeface="Liberation Sans" pitchFamily="34"/>
              </a:rPr>
              <a:t>אפשר למצוא ע"י אלגוריתם </a:t>
            </a:r>
            <a:r>
              <a:rPr lang="en-US" sz="4000" b="0" i="0" u="none" strike="noStrike" kern="1200" cap="none">
                <a:ln>
                  <a:noFill/>
                </a:ln>
                <a:solidFill>
                  <a:srgbClr val="2A6099"/>
                </a:solidFill>
                <a:latin typeface="Liberation Sans" pitchFamily="34"/>
                <a:ea typeface="David CLM" pitchFamily="2"/>
                <a:cs typeface="Liberation Sans" pitchFamily="34"/>
              </a:rPr>
              <a:t>DFS</a:t>
            </a:r>
            <a:r>
              <a:rPr lang="he-IL" sz="4000" b="0" i="0" u="none" strike="noStrike" kern="1200" cap="none">
                <a:ln>
                  <a:noFill/>
                </a:ln>
                <a:solidFill>
                  <a:srgbClr val="2A6099"/>
                </a:solidFill>
                <a:latin typeface="Liberation Sans" pitchFamily="34"/>
                <a:ea typeface="David CLM" pitchFamily="2"/>
                <a:cs typeface="Liberation Sans" pitchFamily="34"/>
              </a:rPr>
              <a:t>.</a:t>
            </a:r>
            <a:endParaRPr lang="en-US" sz="4000" b="0" i="0" u="none" strike="noStrike" kern="1200" cap="none">
              <a:ln>
                <a:noFill/>
              </a:ln>
              <a:solidFill>
                <a:srgbClr val="2A6099"/>
              </a:solidFill>
              <a:latin typeface="Liberation Sans" pitchFamily="34"/>
              <a:ea typeface="David CLM" pitchFamily="2"/>
              <a:cs typeface="Liberation Sans" pitchFamily="34"/>
            </a:endParaRPr>
          </a:p>
        </p:txBody>
      </p:sp>
      <p:sp>
        <p:nvSpPr>
          <p:cNvPr id="4" name="TextBox 3">
            <a:extLst>
              <a:ext uri="{FF2B5EF4-FFF2-40B4-BE49-F238E27FC236}">
                <a16:creationId xmlns:a16="http://schemas.microsoft.com/office/drawing/2014/main" id="{95051040-6B6E-131F-61A3-AA9790BBCD0D}"/>
              </a:ext>
            </a:extLst>
          </p:cNvPr>
          <p:cNvSpPr txBox="1"/>
          <p:nvPr/>
        </p:nvSpPr>
        <p:spPr>
          <a:xfrm>
            <a:off x="5262465" y="3383723"/>
            <a:ext cx="4817535" cy="3629482"/>
          </a:xfrm>
          <a:prstGeom prst="rect">
            <a:avLst/>
          </a:prstGeom>
          <a:noFill/>
          <a:ln>
            <a:noFill/>
          </a:ln>
        </p:spPr>
        <p:txBody>
          <a:bodyPr vert="horz" wrap="square" lIns="90000" tIns="45000" rIns="90000" bIns="45000" anchorCtr="0" compatLnSpc="0">
            <a:spAutoFit/>
          </a:bodyPr>
          <a:lstStyle/>
          <a:p>
            <a:pPr marL="0" marR="0" lvl="0" indent="0" algn="r" rtl="1" hangingPunct="0">
              <a:lnSpc>
                <a:spcPct val="100000"/>
              </a:lnSpc>
              <a:spcBef>
                <a:spcPts val="0"/>
              </a:spcBef>
              <a:spcAft>
                <a:spcPts val="0"/>
              </a:spcAft>
              <a:buNone/>
              <a:tabLst/>
            </a:pPr>
            <a:r>
              <a:rPr lang="he-IL" sz="4000" b="1" i="0" u="none" strike="noStrike" kern="1200" cap="none">
                <a:ln>
                  <a:noFill/>
                </a:ln>
                <a:solidFill>
                  <a:srgbClr val="FF0000"/>
                </a:solidFill>
                <a:latin typeface="Liberation Sans" pitchFamily="34"/>
                <a:ea typeface="David CLM" pitchFamily="2"/>
                <a:cs typeface="Liberation Sans" pitchFamily="34"/>
              </a:rPr>
              <a:t>הגדרה</a:t>
            </a:r>
            <a:r>
              <a:rPr lang="en-US" sz="4000" b="0" i="0" u="none" strike="noStrike" kern="1200" cap="none">
                <a:ln>
                  <a:noFill/>
                </a:ln>
                <a:solidFill>
                  <a:srgbClr val="FF0000"/>
                </a:solidFill>
                <a:latin typeface="Liberation Sans" pitchFamily="34"/>
                <a:ea typeface="David CLM" pitchFamily="2"/>
                <a:cs typeface="Liberation Sans" pitchFamily="34"/>
              </a:rPr>
              <a:t>: רכיב-קשיר-חזק C</a:t>
            </a:r>
            <a:r>
              <a:rPr lang="he-IL" sz="4000" b="0" i="0" u="none" strike="noStrike" kern="1200" cap="none">
                <a:ln>
                  <a:noFill/>
                </a:ln>
                <a:solidFill>
                  <a:srgbClr val="FF0000"/>
                </a:solidFill>
                <a:latin typeface="Liberation Sans" pitchFamily="34"/>
                <a:ea typeface="David CLM" pitchFamily="2"/>
                <a:cs typeface="Liberation Sans" pitchFamily="34"/>
              </a:rPr>
              <a:t> </a:t>
            </a:r>
            <a:r>
              <a:rPr lang="en-US" sz="4000" b="0" i="0" u="none" strike="noStrike" kern="1200" cap="none">
                <a:ln>
                  <a:noFill/>
                </a:ln>
                <a:solidFill>
                  <a:srgbClr val="FF0000"/>
                </a:solidFill>
                <a:latin typeface="Liberation Sans" pitchFamily="34"/>
                <a:ea typeface="David CLM" pitchFamily="2"/>
                <a:cs typeface="Liberation Sans" pitchFamily="34"/>
              </a:rPr>
              <a:t>נקרא </a:t>
            </a:r>
            <a:r>
              <a:rPr lang="he-IL" sz="4000" b="0" i="1" u="none" strike="noStrike" kern="1200" cap="none">
                <a:ln>
                  <a:noFill/>
                </a:ln>
                <a:solidFill>
                  <a:srgbClr val="FF0000"/>
                </a:solidFill>
                <a:latin typeface="Liberation Sans" pitchFamily="34"/>
                <a:ea typeface="David CLM" pitchFamily="2"/>
                <a:cs typeface="Liberation Sans" pitchFamily="34"/>
              </a:rPr>
              <a:t>סופי </a:t>
            </a:r>
            <a:r>
              <a:rPr lang="he-IL" sz="4000" b="0" i="0" u="none" strike="noStrike" kern="1200" cap="none">
                <a:ln>
                  <a:noFill/>
                </a:ln>
                <a:solidFill>
                  <a:srgbClr val="FF0000"/>
                </a:solidFill>
                <a:latin typeface="Liberation Sans" pitchFamily="34"/>
                <a:ea typeface="David CLM" pitchFamily="2"/>
                <a:cs typeface="Liberation Sans" pitchFamily="34"/>
              </a:rPr>
              <a:t>אם:</a:t>
            </a:r>
          </a:p>
          <a:p>
            <a:pPr marL="0" marR="0" lvl="0" indent="0" algn="r" rtl="1" hangingPunct="0">
              <a:lnSpc>
                <a:spcPct val="100000"/>
              </a:lnSpc>
              <a:spcBef>
                <a:spcPts val="0"/>
              </a:spcBef>
              <a:spcAft>
                <a:spcPts val="0"/>
              </a:spcAft>
              <a:buSzPct val="45000"/>
              <a:buFont typeface="StarSymbol"/>
              <a:buChar char="●"/>
              <a:tabLst/>
            </a:pPr>
            <a:r>
              <a:rPr lang="he-IL" sz="4000" b="0" i="0" u="none" strike="noStrike" kern="1200" cap="none">
                <a:ln>
                  <a:noFill/>
                </a:ln>
                <a:solidFill>
                  <a:srgbClr val="FF0000"/>
                </a:solidFill>
                <a:latin typeface="Liberation Sans" pitchFamily="34"/>
                <a:ea typeface="David CLM" pitchFamily="2"/>
                <a:cs typeface="Liberation Sans" pitchFamily="34"/>
              </a:rPr>
              <a:t>אין קשתות יוצאות מ-</a:t>
            </a:r>
            <a:r>
              <a:rPr lang="en-US" sz="4000" b="0" i="0" u="none" strike="noStrike" kern="1200" cap="none">
                <a:ln>
                  <a:noFill/>
                </a:ln>
                <a:solidFill>
                  <a:srgbClr val="FF0000"/>
                </a:solidFill>
                <a:latin typeface="Liberation Sans" pitchFamily="34"/>
                <a:ea typeface="David CLM" pitchFamily="2"/>
                <a:cs typeface="Liberation Sans" pitchFamily="34"/>
              </a:rPr>
              <a:t>C</a:t>
            </a:r>
            <a:r>
              <a:rPr lang="he-IL" sz="4000" b="0" i="0" u="none" strike="noStrike" kern="1200" cap="none">
                <a:ln>
                  <a:noFill/>
                </a:ln>
                <a:solidFill>
                  <a:srgbClr val="FF0000"/>
                </a:solidFill>
                <a:latin typeface="Liberation Sans" pitchFamily="34"/>
                <a:ea typeface="David CLM" pitchFamily="2"/>
                <a:cs typeface="Liberation Sans" pitchFamily="34"/>
              </a:rPr>
              <a:t> </a:t>
            </a:r>
            <a:r>
              <a:rPr lang="en-US" sz="4000" b="0" i="0" u="none" strike="noStrike" kern="1200" cap="none">
                <a:ln>
                  <a:noFill/>
                </a:ln>
                <a:solidFill>
                  <a:srgbClr val="FF0000"/>
                </a:solidFill>
                <a:latin typeface="Liberation Sans" pitchFamily="34"/>
                <a:ea typeface="David CLM" pitchFamily="2"/>
                <a:cs typeface="Liberation Sans" pitchFamily="34"/>
              </a:rPr>
              <a:t>לרכיבים אחרים.</a:t>
            </a:r>
          </a:p>
          <a:p>
            <a:pPr marL="0" marR="0" lvl="0" indent="0" algn="r" rtl="1" hangingPunct="0">
              <a:lnSpc>
                <a:spcPct val="100000"/>
              </a:lnSpc>
              <a:spcBef>
                <a:spcPts val="0"/>
              </a:spcBef>
              <a:spcAft>
                <a:spcPts val="0"/>
              </a:spcAft>
              <a:buSzPct val="45000"/>
              <a:buFont typeface="StarSymbol"/>
              <a:buChar char="●"/>
              <a:tabLst/>
            </a:pPr>
            <a:r>
              <a:rPr lang="he-IL" sz="4000" b="0" i="0" u="none" strike="noStrike" kern="1200" cap="none">
                <a:ln>
                  <a:noFill/>
                </a:ln>
                <a:solidFill>
                  <a:srgbClr val="FF0000"/>
                </a:solidFill>
                <a:latin typeface="Liberation Sans" pitchFamily="34"/>
                <a:ea typeface="David CLM" pitchFamily="2"/>
                <a:cs typeface="Liberation Sans" pitchFamily="34"/>
              </a:rPr>
              <a:t>יש קשת מכל שחקן ב-</a:t>
            </a:r>
            <a:r>
              <a:rPr lang="en-US" sz="4000" b="0" i="0" u="none" strike="noStrike" kern="1200" cap="none">
                <a:ln>
                  <a:noFill/>
                </a:ln>
                <a:solidFill>
                  <a:srgbClr val="FF0000"/>
                </a:solidFill>
                <a:latin typeface="Liberation Sans" pitchFamily="34"/>
                <a:ea typeface="David CLM" pitchFamily="2"/>
                <a:cs typeface="Liberation Sans" pitchFamily="34"/>
              </a:rPr>
              <a:t>C</a:t>
            </a:r>
            <a:r>
              <a:rPr lang="he-IL" sz="4000" b="0" i="0" u="none" strike="noStrike" kern="1200" cap="none">
                <a:ln>
                  <a:noFill/>
                </a:ln>
                <a:solidFill>
                  <a:srgbClr val="FF0000"/>
                </a:solidFill>
                <a:latin typeface="Liberation Sans" pitchFamily="34"/>
                <a:ea typeface="David CLM" pitchFamily="2"/>
                <a:cs typeface="Liberation Sans" pitchFamily="34"/>
              </a:rPr>
              <a:t> </a:t>
            </a:r>
            <a:r>
              <a:rPr lang="en-US" sz="4000" b="0" i="0" u="none" strike="noStrike" kern="1200" cap="none">
                <a:ln>
                  <a:noFill/>
                </a:ln>
                <a:solidFill>
                  <a:srgbClr val="FF0000"/>
                </a:solidFill>
                <a:latin typeface="Liberation Sans" pitchFamily="34"/>
                <a:ea typeface="David CLM" pitchFamily="2"/>
                <a:cs typeface="Liberation Sans" pitchFamily="34"/>
              </a:rPr>
              <a:t>לבית שלו.</a:t>
            </a:r>
          </a:p>
        </p:txBody>
      </p:sp>
      <p:pic>
        <p:nvPicPr>
          <p:cNvPr id="5" name="Graphic 4">
            <a:extLst>
              <a:ext uri="{FF2B5EF4-FFF2-40B4-BE49-F238E27FC236}">
                <a16:creationId xmlns:a16="http://schemas.microsoft.com/office/drawing/2014/main" id="{C398C0F7-C99D-727F-329F-BEAFD430623A}"/>
              </a:ext>
            </a:extLst>
          </p:cNvPr>
          <p:cNvPicPr>
            <a:picLocks noChangeAspect="1"/>
          </p:cNvPicPr>
          <p:nvPr/>
        </p:nvPicPr>
        <p:blipFill>
          <a:blip r:embed="rId3">
            <a:lum/>
            <a:alphaModFix/>
            <a:extLst>
              <a:ext uri="{96DAC541-7B7A-43D3-8B79-37D633B846F1}">
                <asvg:svgBlip xmlns:asvg="http://schemas.microsoft.com/office/drawing/2016/SVG/main" r:embed="rId4"/>
              </a:ext>
            </a:extLst>
          </a:blip>
          <a:srcRect/>
          <a:stretch>
            <a:fillRect/>
          </a:stretch>
        </p:blipFill>
        <p:spPr>
          <a:xfrm>
            <a:off x="0" y="3965509"/>
            <a:ext cx="5130693" cy="3045081"/>
          </a:xfrm>
          <a:prstGeom prst="rect">
            <a:avLst/>
          </a:prstGeom>
          <a:noFill/>
          <a:ln>
            <a:noFill/>
          </a:ln>
        </p:spPr>
      </p:pic>
      <p:sp>
        <p:nvSpPr>
          <p:cNvPr id="6" name="TextBox 5">
            <a:extLst>
              <a:ext uri="{FF2B5EF4-FFF2-40B4-BE49-F238E27FC236}">
                <a16:creationId xmlns:a16="http://schemas.microsoft.com/office/drawing/2014/main" id="{4ACD88DF-6E86-600F-1459-4CC4A9A5959F}"/>
              </a:ext>
            </a:extLst>
          </p:cNvPr>
          <p:cNvSpPr txBox="1"/>
          <p:nvPr/>
        </p:nvSpPr>
        <p:spPr>
          <a:xfrm>
            <a:off x="182880" y="7040880"/>
            <a:ext cx="9144000" cy="430200"/>
          </a:xfrm>
          <a:prstGeom prst="rect">
            <a:avLst/>
          </a:prstGeom>
          <a:noFill/>
          <a:ln>
            <a:noFill/>
          </a:ln>
        </p:spPr>
        <p:txBody>
          <a:bodyPr vert="horz" wrap="none" lIns="90000" tIns="45000" rIns="90000" bIns="45000" anchorCtr="0" compatLnSpc="0">
            <a:spAutoFit/>
          </a:bodyPr>
          <a:lstStyle/>
          <a:p>
            <a:pPr marL="0" marR="0" lvl="0" indent="0" algn="r" rtl="1" hangingPunct="0">
              <a:lnSpc>
                <a:spcPct val="100000"/>
              </a:lnSpc>
              <a:spcBef>
                <a:spcPts val="0"/>
              </a:spcBef>
              <a:spcAft>
                <a:spcPts val="0"/>
              </a:spcAft>
              <a:buNone/>
              <a:tabLst/>
            </a:pPr>
            <a:r>
              <a:rPr lang="he-IL" sz="1800" b="0" i="0" u="none" strike="noStrike" kern="1200" cap="none">
                <a:ln>
                  <a:noFill/>
                </a:ln>
                <a:latin typeface="Liberation Sans" pitchFamily="18"/>
                <a:ea typeface="Noto Sans CJK SC Regular" pitchFamily="2"/>
                <a:cs typeface="Nachlieli CLM" pitchFamily="2"/>
              </a:rPr>
              <a:t>התמונה מויקיפדיה: </a:t>
            </a:r>
            <a:r>
              <a:rPr lang="en-US" sz="1800" b="0" i="0" u="none" strike="noStrike" kern="1200" cap="none">
                <a:ln>
                  <a:noFill/>
                </a:ln>
                <a:latin typeface="Liberation Sans" pitchFamily="18"/>
                <a:ea typeface="Noto Sans CJK SC Regular" pitchFamily="2"/>
                <a:cs typeface="Nachlieli CLM" pitchFamily="2"/>
              </a:rPr>
              <a:t> </a:t>
            </a:r>
            <a:r>
              <a:rPr lang="en-US" sz="1800" b="0" i="0" u="none" strike="noStrike" kern="1200" cap="none">
                <a:ln>
                  <a:noFill/>
                </a:ln>
                <a:latin typeface="Liberation Sans" pitchFamily="18"/>
                <a:ea typeface="Noto Sans CJK SC Regular" pitchFamily="2"/>
                <a:cs typeface="Nachlieli CLM" pitchFamily="2"/>
                <a:hlinkClick r:id="rId5"/>
              </a:rPr>
              <a:t>https://en.wikipedia.org/wiki/Strongly_connected_component</a:t>
            </a:r>
            <a:r>
              <a:rPr lang="en-US" sz="1800" b="0" i="0" u="none" strike="noStrike" kern="1200" cap="none">
                <a:ln>
                  <a:noFill/>
                </a:ln>
                <a:latin typeface="Liberation Sans" pitchFamily="18"/>
                <a:ea typeface="Noto Sans CJK SC Regular" pitchFamily="2"/>
                <a:cs typeface="Nachlieli CLM" pitchFamily="2"/>
              </a:rPr>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page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838CB-1F75-FC48-C6FD-533C1400891D}"/>
              </a:ext>
            </a:extLst>
          </p:cNvPr>
          <p:cNvSpPr txBox="1">
            <a:spLocks noGrp="1"/>
          </p:cNvSpPr>
          <p:nvPr>
            <p:ph type="title" idx="4294967295"/>
          </p:nvPr>
        </p:nvSpPr>
        <p:spPr>
          <a:xfrm>
            <a:off x="592560" y="0"/>
            <a:ext cx="8734319" cy="914400"/>
          </a:xfrm>
        </p:spPr>
        <p:txBody>
          <a:bodyPr vert="horz"/>
          <a:lstStyle/>
          <a:p>
            <a:pPr lvl="0" rtl="1"/>
            <a:r>
              <a:rPr lang="he-IL" b="1">
                <a:latin typeface="Liberation Sans" pitchFamily="34"/>
                <a:cs typeface="Liberation Sans" pitchFamily="34"/>
              </a:rPr>
              <a:t>אלגוריתם מעגלי-מסחר עם אדישות</a:t>
            </a:r>
          </a:p>
        </p:txBody>
      </p:sp>
      <p:sp>
        <p:nvSpPr>
          <p:cNvPr id="3" name="TextBox 2">
            <a:extLst>
              <a:ext uri="{FF2B5EF4-FFF2-40B4-BE49-F238E27FC236}">
                <a16:creationId xmlns:a16="http://schemas.microsoft.com/office/drawing/2014/main" id="{7288900F-E67B-D357-C595-25E19BAE405F}"/>
              </a:ext>
            </a:extLst>
          </p:cNvPr>
          <p:cNvSpPr txBox="1"/>
          <p:nvPr/>
        </p:nvSpPr>
        <p:spPr>
          <a:xfrm>
            <a:off x="123824" y="933480"/>
            <a:ext cx="10047615" cy="6579130"/>
          </a:xfrm>
          <a:prstGeom prst="rect">
            <a:avLst/>
          </a:prstGeom>
          <a:noFill/>
          <a:ln>
            <a:noFill/>
          </a:ln>
        </p:spPr>
        <p:txBody>
          <a:bodyPr vert="horz" wrap="square" lIns="90000" tIns="45000" rIns="90000" bIns="45000" anchorCtr="0" compatLnSpc="0">
            <a:spAutoFit/>
          </a:bodyPr>
          <a:lstStyle/>
          <a:p>
            <a:pPr marL="0" marR="0" lvl="0" indent="0" algn="r" rtl="1" hangingPunct="0">
              <a:lnSpc>
                <a:spcPct val="100000"/>
              </a:lnSpc>
              <a:spcBef>
                <a:spcPts val="0"/>
              </a:spcBef>
              <a:spcAft>
                <a:spcPts val="0"/>
              </a:spcAft>
              <a:buNone/>
              <a:tabLst/>
            </a:pPr>
            <a:r>
              <a:rPr lang="he-IL" sz="4000" b="0" i="0" u="none" strike="noStrike" kern="1200" cap="none">
                <a:ln>
                  <a:noFill/>
                </a:ln>
                <a:solidFill>
                  <a:srgbClr val="2A6099"/>
                </a:solidFill>
                <a:latin typeface="Liberation Sans" pitchFamily="34"/>
                <a:ea typeface="David CLM" pitchFamily="2"/>
                <a:cs typeface="Liberation Sans" pitchFamily="34"/>
              </a:rPr>
              <a:t>א. כל עוד </a:t>
            </a:r>
            <a:r>
              <a:rPr lang="he-IL" sz="4000" b="1" i="0" u="none" strike="noStrike" kern="1200" cap="none">
                <a:ln>
                  <a:noFill/>
                </a:ln>
                <a:solidFill>
                  <a:srgbClr val="2A6099"/>
                </a:solidFill>
                <a:latin typeface="Liberation Sans" pitchFamily="34"/>
                <a:ea typeface="David CLM" pitchFamily="2"/>
                <a:cs typeface="Liberation Sans" pitchFamily="34"/>
              </a:rPr>
              <a:t>יש</a:t>
            </a:r>
            <a:r>
              <a:rPr lang="en-US" sz="4000" b="0" i="0" u="none" strike="noStrike" kern="1200" cap="none">
                <a:ln>
                  <a:noFill/>
                </a:ln>
                <a:solidFill>
                  <a:srgbClr val="2A6099"/>
                </a:solidFill>
                <a:latin typeface="Liberation Sans" pitchFamily="34"/>
                <a:ea typeface="David CLM" pitchFamily="2"/>
                <a:cs typeface="Liberation Sans" pitchFamily="34"/>
              </a:rPr>
              <a:t> בגרף רכיב-קשיר-חזק סופי C</a:t>
            </a:r>
            <a:r>
              <a:rPr lang="he-IL" sz="4000" b="0" i="0" u="none" strike="noStrike" kern="1200" cap="none">
                <a:ln>
                  <a:noFill/>
                </a:ln>
                <a:solidFill>
                  <a:srgbClr val="2A6099"/>
                </a:solidFill>
                <a:latin typeface="Liberation Sans" pitchFamily="34"/>
                <a:ea typeface="David CLM" pitchFamily="2"/>
                <a:cs typeface="Liberation Sans" pitchFamily="34"/>
              </a:rPr>
              <a:t>:</a:t>
            </a:r>
            <a:endParaRPr lang="en-US" sz="4000" b="0" i="0" u="none" strike="noStrike" kern="1200" cap="none">
              <a:ln>
                <a:noFill/>
              </a:ln>
              <a:solidFill>
                <a:srgbClr val="2A6099"/>
              </a:solidFill>
              <a:latin typeface="Liberation Sans" pitchFamily="34"/>
              <a:ea typeface="David CLM" pitchFamily="2"/>
              <a:cs typeface="Liberation Sans" pitchFamily="34"/>
            </a:endParaRPr>
          </a:p>
          <a:p>
            <a:pPr marL="457200" marR="0" lvl="0" indent="-228600" algn="r" rtl="1" hangingPunct="0">
              <a:lnSpc>
                <a:spcPct val="100000"/>
              </a:lnSpc>
              <a:spcBef>
                <a:spcPts val="0"/>
              </a:spcBef>
              <a:spcAft>
                <a:spcPts val="0"/>
              </a:spcAft>
              <a:buSzPct val="45000"/>
              <a:buFont typeface="StarSymbol"/>
              <a:buChar char="●"/>
              <a:tabLst/>
            </a:pPr>
            <a:r>
              <a:rPr lang="he-IL" sz="4000" b="0" i="0" u="none" strike="noStrike" kern="1200" cap="none">
                <a:ln>
                  <a:noFill/>
                </a:ln>
                <a:solidFill>
                  <a:srgbClr val="2A6099"/>
                </a:solidFill>
                <a:latin typeface="Liberation Sans" pitchFamily="34"/>
                <a:ea typeface="David CLM" pitchFamily="2"/>
                <a:cs typeface="Liberation Sans" pitchFamily="34"/>
              </a:rPr>
              <a:t>נותנים לכל שחקן ב-</a:t>
            </a:r>
            <a:r>
              <a:rPr lang="en-US" sz="4000" b="0" i="0" u="none" strike="noStrike" kern="1200" cap="none">
                <a:ln>
                  <a:noFill/>
                </a:ln>
                <a:solidFill>
                  <a:srgbClr val="2A6099"/>
                </a:solidFill>
                <a:latin typeface="Liberation Sans" pitchFamily="34"/>
                <a:ea typeface="David CLM" pitchFamily="2"/>
                <a:cs typeface="Liberation Sans" pitchFamily="34"/>
              </a:rPr>
              <a:t>C</a:t>
            </a:r>
            <a:r>
              <a:rPr lang="he-IL" sz="4000" b="0" i="0" u="none" strike="noStrike" kern="1200" cap="none">
                <a:ln>
                  <a:noFill/>
                </a:ln>
                <a:solidFill>
                  <a:srgbClr val="2A6099"/>
                </a:solidFill>
                <a:latin typeface="Liberation Sans" pitchFamily="34"/>
                <a:ea typeface="David CLM" pitchFamily="2"/>
                <a:cs typeface="Liberation Sans" pitchFamily="34"/>
              </a:rPr>
              <a:t> </a:t>
            </a:r>
            <a:r>
              <a:rPr lang="en-US" sz="4000" b="0" i="0" u="none" strike="noStrike" kern="1200" cap="none">
                <a:ln>
                  <a:noFill/>
                </a:ln>
                <a:solidFill>
                  <a:srgbClr val="2A6099"/>
                </a:solidFill>
                <a:latin typeface="Liberation Sans" pitchFamily="34"/>
                <a:ea typeface="David CLM" pitchFamily="2"/>
                <a:cs typeface="Liberation Sans" pitchFamily="34"/>
              </a:rPr>
              <a:t>את הבית שלו.</a:t>
            </a:r>
          </a:p>
          <a:p>
            <a:pPr marL="457200" marR="0" lvl="0" indent="-228600" algn="r" rtl="1" hangingPunct="0">
              <a:lnSpc>
                <a:spcPct val="100000"/>
              </a:lnSpc>
              <a:spcBef>
                <a:spcPts val="0"/>
              </a:spcBef>
              <a:spcAft>
                <a:spcPts val="0"/>
              </a:spcAft>
              <a:buSzPct val="45000"/>
              <a:buFont typeface="StarSymbol"/>
              <a:buChar char="●"/>
              <a:tabLst/>
            </a:pPr>
            <a:r>
              <a:rPr lang="he-IL" sz="4000" b="0" i="0" u="none" strike="noStrike" kern="1200" cap="none">
                <a:ln>
                  <a:noFill/>
                </a:ln>
                <a:solidFill>
                  <a:srgbClr val="2A6099"/>
                </a:solidFill>
                <a:latin typeface="Liberation Sans" pitchFamily="34"/>
                <a:ea typeface="David CLM" pitchFamily="2"/>
                <a:cs typeface="Liberation Sans" pitchFamily="34"/>
              </a:rPr>
              <a:t>מוציאים מהשוק את השחקנים והבתים ב-</a:t>
            </a:r>
            <a:r>
              <a:rPr lang="en-US" sz="4000" b="0" i="0" u="none" strike="noStrike" kern="1200" cap="none">
                <a:ln>
                  <a:noFill/>
                </a:ln>
                <a:solidFill>
                  <a:srgbClr val="2A6099"/>
                </a:solidFill>
                <a:latin typeface="Liberation Sans" pitchFamily="34"/>
                <a:ea typeface="David CLM" pitchFamily="2"/>
                <a:cs typeface="Liberation Sans" pitchFamily="34"/>
              </a:rPr>
              <a:t>C</a:t>
            </a:r>
            <a:r>
              <a:rPr lang="he-IL" sz="4000" b="0" i="0" u="none" strike="noStrike" kern="1200" cap="none">
                <a:ln>
                  <a:noFill/>
                </a:ln>
                <a:solidFill>
                  <a:srgbClr val="2A6099"/>
                </a:solidFill>
                <a:latin typeface="Liberation Sans" pitchFamily="34"/>
                <a:ea typeface="David CLM" pitchFamily="2"/>
                <a:cs typeface="Liberation Sans" pitchFamily="34"/>
              </a:rPr>
              <a:t>.</a:t>
            </a:r>
            <a:endParaRPr lang="en-US" sz="4000" b="0" i="0" u="none" strike="noStrike" kern="1200" cap="none">
              <a:ln>
                <a:noFill/>
              </a:ln>
              <a:solidFill>
                <a:srgbClr val="2A6099"/>
              </a:solidFill>
              <a:latin typeface="Liberation Sans" pitchFamily="34"/>
              <a:ea typeface="David CLM" pitchFamily="2"/>
              <a:cs typeface="Liberation Sans" pitchFamily="34"/>
            </a:endParaRPr>
          </a:p>
          <a:p>
            <a:pPr marL="457200" marR="0" lvl="0" indent="-228600" algn="r" rtl="1" hangingPunct="0">
              <a:lnSpc>
                <a:spcPct val="100000"/>
              </a:lnSpc>
              <a:spcBef>
                <a:spcPts val="0"/>
              </a:spcBef>
              <a:spcAft>
                <a:spcPts val="0"/>
              </a:spcAft>
              <a:buSzPct val="45000"/>
              <a:buFont typeface="StarSymbol"/>
              <a:buChar char="●"/>
              <a:tabLst/>
            </a:pPr>
            <a:r>
              <a:rPr lang="he-IL" sz="4000" b="0" i="0" u="none" strike="noStrike" kern="1200" cap="none">
                <a:ln>
                  <a:noFill/>
                </a:ln>
                <a:solidFill>
                  <a:srgbClr val="2A6099"/>
                </a:solidFill>
                <a:latin typeface="Liberation Sans" pitchFamily="34"/>
                <a:ea typeface="David CLM" pitchFamily="2"/>
                <a:cs typeface="Liberation Sans" pitchFamily="34"/>
              </a:rPr>
              <a:t>מעדכנים את העדפות השחקנים הנשארים.</a:t>
            </a:r>
          </a:p>
          <a:p>
            <a:pPr marL="0" marR="0" lvl="0" indent="0" algn="r" rtl="1" hangingPunct="0">
              <a:lnSpc>
                <a:spcPct val="100000"/>
              </a:lnSpc>
              <a:spcBef>
                <a:spcPts val="0"/>
              </a:spcBef>
              <a:spcAft>
                <a:spcPts val="0"/>
              </a:spcAft>
              <a:buNone/>
              <a:tabLst/>
            </a:pPr>
            <a:r>
              <a:rPr lang="he-IL" sz="4000" b="0" i="0" u="none" strike="noStrike" kern="1200" cap="none">
                <a:ln>
                  <a:noFill/>
                </a:ln>
                <a:solidFill>
                  <a:srgbClr val="069A2E"/>
                </a:solidFill>
                <a:latin typeface="Liberation Sans" pitchFamily="34"/>
                <a:ea typeface="David CLM" pitchFamily="2"/>
                <a:cs typeface="Liberation Sans" pitchFamily="34"/>
              </a:rPr>
              <a:t>ב. אם </a:t>
            </a:r>
            <a:r>
              <a:rPr lang="he-IL" sz="4000" b="1" i="0" u="none" strike="noStrike" kern="1200" cap="none">
                <a:ln>
                  <a:noFill/>
                </a:ln>
                <a:solidFill>
                  <a:srgbClr val="069A2E"/>
                </a:solidFill>
                <a:latin typeface="Liberation Sans" pitchFamily="34"/>
                <a:ea typeface="David CLM" pitchFamily="2"/>
                <a:cs typeface="Liberation Sans" pitchFamily="34"/>
              </a:rPr>
              <a:t>אין</a:t>
            </a:r>
            <a:r>
              <a:rPr lang="en-US" sz="4000" b="0" i="0" u="none" strike="noStrike" kern="1200" cap="none">
                <a:ln>
                  <a:noFill/>
                </a:ln>
                <a:solidFill>
                  <a:srgbClr val="069A2E"/>
                </a:solidFill>
                <a:latin typeface="Liberation Sans" pitchFamily="34"/>
                <a:ea typeface="David CLM" pitchFamily="2"/>
                <a:cs typeface="Liberation Sans" pitchFamily="34"/>
              </a:rPr>
              <a:t> בגרף רכיב-קשיר-חזק סופי:</a:t>
            </a:r>
          </a:p>
          <a:p>
            <a:pPr marL="457200" marR="0" lvl="0" indent="-228600" algn="r" rtl="1" hangingPunct="0">
              <a:lnSpc>
                <a:spcPct val="100000"/>
              </a:lnSpc>
              <a:spcBef>
                <a:spcPts val="0"/>
              </a:spcBef>
              <a:spcAft>
                <a:spcPts val="0"/>
              </a:spcAft>
              <a:buSzPct val="45000"/>
              <a:buFont typeface="StarSymbol"/>
              <a:buChar char="●"/>
              <a:tabLst/>
            </a:pPr>
            <a:r>
              <a:rPr lang="he-IL" sz="4000" b="0" i="0" u="none" strike="noStrike" kern="1200" cap="none">
                <a:ln>
                  <a:noFill/>
                </a:ln>
                <a:solidFill>
                  <a:srgbClr val="069A2E"/>
                </a:solidFill>
                <a:latin typeface="Liberation Sans" pitchFamily="34"/>
                <a:ea typeface="David CLM" pitchFamily="2"/>
                <a:cs typeface="Liberation Sans" pitchFamily="34"/>
              </a:rPr>
              <a:t>בוחרים לכל שחקן, בית </a:t>
            </a:r>
            <a:r>
              <a:rPr lang="he-IL" sz="4000" b="0" i="1" u="none" strike="noStrike" kern="1200" cap="none">
                <a:ln>
                  <a:noFill/>
                </a:ln>
                <a:solidFill>
                  <a:srgbClr val="069A2E"/>
                </a:solidFill>
                <a:latin typeface="Liberation Sans" pitchFamily="34"/>
                <a:ea typeface="David CLM" pitchFamily="2"/>
                <a:cs typeface="Liberation Sans" pitchFamily="34"/>
              </a:rPr>
              <a:t>אחד </a:t>
            </a:r>
            <a:r>
              <a:rPr lang="he-IL" sz="4000" b="0" i="0" u="none" strike="noStrike" kern="1200" cap="none">
                <a:ln>
                  <a:noFill/>
                </a:ln>
                <a:solidFill>
                  <a:srgbClr val="069A2E"/>
                </a:solidFill>
                <a:latin typeface="Liberation Sans" pitchFamily="34"/>
                <a:ea typeface="David CLM" pitchFamily="2"/>
                <a:cs typeface="Liberation Sans" pitchFamily="34"/>
              </a:rPr>
              <a:t>מבין הבתים שהוא הכי רוצה, לפי כלל שנראה בהמשך.</a:t>
            </a:r>
          </a:p>
          <a:p>
            <a:pPr marL="457200" marR="0" lvl="0" indent="-228600" algn="r" rtl="1" hangingPunct="0">
              <a:lnSpc>
                <a:spcPct val="100000"/>
              </a:lnSpc>
              <a:spcBef>
                <a:spcPts val="0"/>
              </a:spcBef>
              <a:spcAft>
                <a:spcPts val="0"/>
              </a:spcAft>
              <a:buSzPct val="45000"/>
              <a:buFont typeface="StarSymbol"/>
              <a:buChar char="●"/>
              <a:tabLst/>
            </a:pPr>
            <a:r>
              <a:rPr lang="he-IL" sz="4000" b="0" i="0" u="none" strike="noStrike" kern="1200" cap="none">
                <a:ln>
                  <a:noFill/>
                </a:ln>
                <a:solidFill>
                  <a:srgbClr val="069A2E"/>
                </a:solidFill>
                <a:latin typeface="Liberation Sans" pitchFamily="34"/>
                <a:ea typeface="David CLM" pitchFamily="2"/>
                <a:cs typeface="Liberation Sans" pitchFamily="34"/>
              </a:rPr>
              <a:t>מוצאים מעגל מכוון בגרף שנוצר.</a:t>
            </a:r>
          </a:p>
          <a:p>
            <a:pPr marL="457200" marR="0" lvl="0" indent="-228600" algn="r" rtl="1" hangingPunct="0">
              <a:lnSpc>
                <a:spcPct val="100000"/>
              </a:lnSpc>
              <a:spcBef>
                <a:spcPts val="0"/>
              </a:spcBef>
              <a:spcAft>
                <a:spcPts val="0"/>
              </a:spcAft>
              <a:buSzPct val="45000"/>
              <a:buFont typeface="StarSymbol"/>
              <a:buChar char="●"/>
              <a:tabLst/>
            </a:pPr>
            <a:r>
              <a:rPr lang="he-IL" sz="4000" b="0" i="0" u="none" strike="noStrike" kern="1200" cap="none">
                <a:ln>
                  <a:noFill/>
                </a:ln>
                <a:solidFill>
                  <a:srgbClr val="069A2E"/>
                </a:solidFill>
                <a:latin typeface="Liberation Sans" pitchFamily="34"/>
                <a:ea typeface="David CLM" pitchFamily="2"/>
                <a:cs typeface="Liberation Sans" pitchFamily="34"/>
              </a:rPr>
              <a:t>מבצעים את ההחלפה במעגל;</a:t>
            </a:r>
          </a:p>
          <a:p>
            <a:pPr marL="457200" marR="0" lvl="1" indent="-228600" algn="r" rtl="1" hangingPunct="0">
              <a:lnSpc>
                <a:spcPct val="100000"/>
              </a:lnSpc>
              <a:spcBef>
                <a:spcPts val="0"/>
              </a:spcBef>
              <a:spcAft>
                <a:spcPts val="0"/>
              </a:spcAft>
              <a:buSzPct val="45000"/>
              <a:buFont typeface="StarSymbol"/>
              <a:buChar char="●"/>
              <a:tabLst/>
            </a:pPr>
            <a:r>
              <a:rPr lang="he-IL" sz="4000" b="0" i="1" u="none" strike="noStrike" kern="1200" cap="none">
                <a:ln>
                  <a:noFill/>
                </a:ln>
                <a:solidFill>
                  <a:srgbClr val="069A2E"/>
                </a:solidFill>
                <a:latin typeface="Liberation Sans" pitchFamily="34"/>
                <a:ea typeface="David CLM" pitchFamily="2"/>
                <a:cs typeface="Liberation Sans" pitchFamily="34"/>
              </a:rPr>
              <a:t>משאירים בשוק </a:t>
            </a:r>
            <a:r>
              <a:rPr lang="he-IL" sz="4000" b="0" i="0" u="none" strike="noStrike" kern="1200" cap="none">
                <a:ln>
                  <a:noFill/>
                </a:ln>
                <a:solidFill>
                  <a:srgbClr val="069A2E"/>
                </a:solidFill>
                <a:latin typeface="Liberation Sans" pitchFamily="34"/>
                <a:ea typeface="David CLM" pitchFamily="2"/>
                <a:cs typeface="Liberation Sans" pitchFamily="34"/>
              </a:rPr>
              <a:t>את השחקנים והבתים.</a:t>
            </a:r>
          </a:p>
          <a:p>
            <a:pPr marL="0" marR="0" lvl="0" indent="0" algn="r" rtl="1" hangingPunct="0">
              <a:lnSpc>
                <a:spcPct val="100000"/>
              </a:lnSpc>
              <a:spcBef>
                <a:spcPts val="0"/>
              </a:spcBef>
              <a:spcAft>
                <a:spcPts val="0"/>
              </a:spcAft>
              <a:buNone/>
              <a:tabLst/>
            </a:pPr>
            <a:r>
              <a:rPr lang="he-IL" sz="4000" b="0" i="0" u="none" strike="noStrike" kern="1200" cap="none">
                <a:ln>
                  <a:noFill/>
                </a:ln>
                <a:latin typeface="Liberation Sans" pitchFamily="34"/>
                <a:ea typeface="David CLM" pitchFamily="2"/>
                <a:cs typeface="Liberation Sans" pitchFamily="34"/>
              </a:rPr>
              <a:t>ג. חוזרים על סעיפים א, ב עד שהגרף ריק.</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page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1EC2F-9BAF-4CBE-6306-1AE112176D73}"/>
              </a:ext>
            </a:extLst>
          </p:cNvPr>
          <p:cNvSpPr txBox="1">
            <a:spLocks noGrp="1"/>
          </p:cNvSpPr>
          <p:nvPr>
            <p:ph type="title" idx="4294967295"/>
          </p:nvPr>
        </p:nvSpPr>
        <p:spPr>
          <a:xfrm>
            <a:off x="592560" y="0"/>
            <a:ext cx="8734319" cy="914400"/>
          </a:xfrm>
        </p:spPr>
        <p:txBody>
          <a:bodyPr vert="horz"/>
          <a:lstStyle/>
          <a:p>
            <a:pPr lvl="0" rtl="1"/>
            <a:r>
              <a:rPr lang="he-IL" b="1">
                <a:latin typeface="Liberation Sans" pitchFamily="34"/>
                <a:cs typeface="Liberation Sans" pitchFamily="34"/>
              </a:rPr>
              <a:t>כלל הבחירה – כלל סבן-סתורמן</a:t>
            </a:r>
          </a:p>
        </p:txBody>
      </p:sp>
      <p:sp>
        <p:nvSpPr>
          <p:cNvPr id="3" name="TextBox 2">
            <a:extLst>
              <a:ext uri="{FF2B5EF4-FFF2-40B4-BE49-F238E27FC236}">
                <a16:creationId xmlns:a16="http://schemas.microsoft.com/office/drawing/2014/main" id="{7BF95F91-3768-F36C-B88D-4525F5651E59}"/>
              </a:ext>
            </a:extLst>
          </p:cNvPr>
          <p:cNvSpPr txBox="1"/>
          <p:nvPr/>
        </p:nvSpPr>
        <p:spPr>
          <a:xfrm>
            <a:off x="158620" y="933480"/>
            <a:ext cx="9829940" cy="6166645"/>
          </a:xfrm>
          <a:prstGeom prst="rect">
            <a:avLst/>
          </a:prstGeom>
          <a:noFill/>
          <a:ln>
            <a:noFill/>
          </a:ln>
        </p:spPr>
        <p:txBody>
          <a:bodyPr vert="horz" wrap="square" lIns="90000" tIns="45000" rIns="90000" bIns="45000" anchorCtr="0" compatLnSpc="0">
            <a:spAutoFit/>
          </a:bodyPr>
          <a:lstStyle/>
          <a:p>
            <a:pPr marL="0" marR="0" lvl="0" indent="0" algn="r" rtl="1" hangingPunct="0">
              <a:lnSpc>
                <a:spcPct val="100000"/>
              </a:lnSpc>
              <a:spcBef>
                <a:spcPts val="0"/>
              </a:spcBef>
              <a:spcAft>
                <a:spcPts val="0"/>
              </a:spcAft>
              <a:buNone/>
              <a:tabLst/>
            </a:pPr>
            <a:r>
              <a:rPr lang="he-IL" sz="4000" b="1" i="0" u="none" strike="noStrike" kern="1200" cap="none">
                <a:ln>
                  <a:noFill/>
                </a:ln>
                <a:solidFill>
                  <a:srgbClr val="808080"/>
                </a:solidFill>
                <a:latin typeface="Liberation Sans" pitchFamily="34"/>
                <a:ea typeface="David CLM" pitchFamily="2"/>
                <a:cs typeface="Liberation Sans" pitchFamily="34"/>
              </a:rPr>
              <a:t>הגדרות</a:t>
            </a:r>
            <a:r>
              <a:rPr lang="en-US" sz="4000" b="0" i="0" u="none" strike="noStrike" kern="1200" cap="none">
                <a:ln>
                  <a:noFill/>
                </a:ln>
                <a:solidFill>
                  <a:srgbClr val="808080"/>
                </a:solidFill>
                <a:latin typeface="Liberation Sans" pitchFamily="34"/>
                <a:ea typeface="David CLM" pitchFamily="2"/>
                <a:cs typeface="Liberation Sans" pitchFamily="34"/>
              </a:rPr>
              <a:t>:</a:t>
            </a:r>
          </a:p>
          <a:p>
            <a:pPr marL="0" marR="0" lvl="0" indent="0" algn="r" rtl="1" hangingPunct="0">
              <a:lnSpc>
                <a:spcPct val="100000"/>
              </a:lnSpc>
              <a:spcBef>
                <a:spcPts val="0"/>
              </a:spcBef>
              <a:spcAft>
                <a:spcPts val="0"/>
              </a:spcAft>
              <a:buSzPct val="45000"/>
              <a:buFont typeface="StarSymbol"/>
              <a:buChar char="●"/>
              <a:tabLst/>
            </a:pPr>
            <a:r>
              <a:rPr lang="he-IL" sz="4000" b="0" i="0" u="none" strike="noStrike" kern="1200" cap="none">
                <a:ln>
                  <a:noFill/>
                </a:ln>
                <a:solidFill>
                  <a:srgbClr val="808080"/>
                </a:solidFill>
                <a:latin typeface="Liberation Sans" pitchFamily="34"/>
                <a:ea typeface="David CLM" pitchFamily="2"/>
                <a:cs typeface="Liberation Sans" pitchFamily="34"/>
              </a:rPr>
              <a:t>שחקן </a:t>
            </a:r>
            <a:r>
              <a:rPr lang="he-IL" sz="4000" b="0" i="1" u="none" strike="noStrike" kern="1200" cap="none">
                <a:ln>
                  <a:noFill/>
                </a:ln>
                <a:solidFill>
                  <a:srgbClr val="808080"/>
                </a:solidFill>
                <a:latin typeface="Liberation Sans" pitchFamily="34"/>
                <a:ea typeface="David CLM" pitchFamily="2"/>
                <a:cs typeface="Liberation Sans" pitchFamily="34"/>
              </a:rPr>
              <a:t>מקנא = </a:t>
            </a:r>
            <a:r>
              <a:rPr lang="he-IL" sz="4000" b="0" i="0" u="none" strike="noStrike" kern="1200" cap="none">
                <a:ln>
                  <a:noFill/>
                </a:ln>
                <a:solidFill>
                  <a:srgbClr val="808080"/>
                </a:solidFill>
                <a:latin typeface="Liberation Sans" pitchFamily="34"/>
                <a:ea typeface="David CLM" pitchFamily="2"/>
                <a:cs typeface="Liberation Sans" pitchFamily="34"/>
              </a:rPr>
              <a:t>שחקן שאין קשת ממנו לביתו.</a:t>
            </a:r>
          </a:p>
          <a:p>
            <a:pPr marL="0" marR="0" lvl="0" indent="0" algn="r" rtl="1" hangingPunct="0">
              <a:lnSpc>
                <a:spcPct val="100000"/>
              </a:lnSpc>
              <a:spcBef>
                <a:spcPts val="0"/>
              </a:spcBef>
              <a:spcAft>
                <a:spcPts val="0"/>
              </a:spcAft>
              <a:buSzPct val="45000"/>
              <a:buFont typeface="StarSymbol"/>
              <a:buChar char="●"/>
              <a:tabLst/>
            </a:pPr>
            <a:r>
              <a:rPr lang="he-IL" sz="4000" b="0" i="0" u="none" strike="noStrike" kern="1200" cap="none">
                <a:ln>
                  <a:noFill/>
                </a:ln>
                <a:solidFill>
                  <a:srgbClr val="808080"/>
                </a:solidFill>
                <a:latin typeface="Liberation Sans" pitchFamily="34"/>
                <a:ea typeface="David CLM" pitchFamily="2"/>
                <a:cs typeface="Liberation Sans" pitchFamily="34"/>
              </a:rPr>
              <a:t>שחקן </a:t>
            </a:r>
            <a:r>
              <a:rPr lang="he-IL" sz="4000" b="0" i="1" u="none" strike="noStrike" kern="1200" cap="none">
                <a:ln>
                  <a:noFill/>
                </a:ln>
                <a:solidFill>
                  <a:srgbClr val="808080"/>
                </a:solidFill>
                <a:latin typeface="Liberation Sans" pitchFamily="34"/>
                <a:ea typeface="David CLM" pitchFamily="2"/>
                <a:cs typeface="Liberation Sans" pitchFamily="34"/>
              </a:rPr>
              <a:t>מטופל = </a:t>
            </a:r>
            <a:r>
              <a:rPr lang="he-IL" sz="4000" b="0" i="0" u="none" strike="noStrike" kern="1200" cap="none">
                <a:ln>
                  <a:noFill/>
                </a:ln>
                <a:solidFill>
                  <a:srgbClr val="808080"/>
                </a:solidFill>
                <a:latin typeface="Liberation Sans" pitchFamily="34"/>
                <a:ea typeface="David CLM" pitchFamily="2"/>
                <a:cs typeface="Liberation Sans" pitchFamily="34"/>
              </a:rPr>
              <a:t>שחקן שכבר בחרנו לו בית.</a:t>
            </a:r>
          </a:p>
          <a:p>
            <a:pPr marL="0" marR="0" lvl="0" indent="0" algn="r" rtl="1" hangingPunct="0">
              <a:lnSpc>
                <a:spcPct val="100000"/>
              </a:lnSpc>
              <a:spcBef>
                <a:spcPts val="0"/>
              </a:spcBef>
              <a:spcAft>
                <a:spcPts val="0"/>
              </a:spcAft>
              <a:buSzPct val="45000"/>
              <a:buFont typeface="StarSymbol"/>
              <a:buChar char="●"/>
              <a:tabLst/>
            </a:pPr>
            <a:r>
              <a:rPr lang="he-IL" sz="4000" b="0" i="0" u="none" strike="noStrike" kern="1200" cap="none">
                <a:ln>
                  <a:noFill/>
                </a:ln>
                <a:solidFill>
                  <a:srgbClr val="808080"/>
                </a:solidFill>
                <a:latin typeface="Liberation Sans" pitchFamily="34"/>
                <a:ea typeface="David CLM" pitchFamily="2"/>
                <a:cs typeface="Liberation Sans" pitchFamily="34"/>
              </a:rPr>
              <a:t>בית </a:t>
            </a:r>
            <a:r>
              <a:rPr lang="he-IL" sz="4000" b="0" i="1" u="none" strike="noStrike" kern="1200" cap="none">
                <a:ln>
                  <a:noFill/>
                </a:ln>
                <a:solidFill>
                  <a:srgbClr val="808080"/>
                </a:solidFill>
                <a:latin typeface="Liberation Sans" pitchFamily="34"/>
                <a:ea typeface="David CLM" pitchFamily="2"/>
                <a:cs typeface="Liberation Sans" pitchFamily="34"/>
              </a:rPr>
              <a:t>נמוך =</a:t>
            </a:r>
            <a:r>
              <a:rPr lang="en-US" sz="4000" b="0" i="0" u="none" strike="noStrike" kern="1200" cap="none">
                <a:ln>
                  <a:noFill/>
                </a:ln>
                <a:solidFill>
                  <a:srgbClr val="808080"/>
                </a:solidFill>
                <a:latin typeface="Liberation Sans" pitchFamily="34"/>
                <a:ea typeface="David CLM" pitchFamily="2"/>
                <a:cs typeface="Liberation Sans" pitchFamily="34"/>
              </a:rPr>
              <a:t> בית עם מספר סידורי נמוך ביותר.</a:t>
            </a:r>
          </a:p>
          <a:p>
            <a:pPr marL="0" marR="0" lvl="0" indent="0" algn="r" rtl="1" hangingPunct="0">
              <a:lnSpc>
                <a:spcPct val="100000"/>
              </a:lnSpc>
              <a:spcBef>
                <a:spcPts val="0"/>
              </a:spcBef>
              <a:spcAft>
                <a:spcPts val="0"/>
              </a:spcAft>
              <a:buNone/>
              <a:tabLst/>
            </a:pPr>
            <a:r>
              <a:rPr lang="he-IL" sz="3600" b="1" i="0" u="none" strike="noStrike" kern="1200" cap="none">
                <a:ln>
                  <a:noFill/>
                </a:ln>
                <a:solidFill>
                  <a:srgbClr val="069A2E"/>
                </a:solidFill>
                <a:latin typeface="Liberation Sans" pitchFamily="34"/>
                <a:ea typeface="David CLM" pitchFamily="2"/>
                <a:cs typeface="Liberation Sans" pitchFamily="34"/>
              </a:rPr>
              <a:t>הכלל</a:t>
            </a:r>
            <a:r>
              <a:rPr lang="en-US" sz="3600" b="0" i="0" u="none" strike="noStrike" kern="1200" cap="none">
                <a:ln>
                  <a:noFill/>
                </a:ln>
                <a:solidFill>
                  <a:srgbClr val="069A2E"/>
                </a:solidFill>
                <a:latin typeface="Liberation Sans" pitchFamily="34"/>
                <a:ea typeface="David CLM" pitchFamily="2"/>
                <a:cs typeface="Liberation Sans" pitchFamily="34"/>
              </a:rPr>
              <a:t>:</a:t>
            </a:r>
          </a:p>
          <a:p>
            <a:pPr marL="0" marR="0" lvl="0" indent="0" algn="r" rtl="1" hangingPunct="0">
              <a:lnSpc>
                <a:spcPct val="100000"/>
              </a:lnSpc>
              <a:spcBef>
                <a:spcPts val="0"/>
              </a:spcBef>
              <a:spcAft>
                <a:spcPts val="0"/>
              </a:spcAft>
              <a:buSzPct val="45000"/>
              <a:buFont typeface="StarSymbol"/>
              <a:buChar char="●"/>
              <a:tabLst/>
            </a:pPr>
            <a:r>
              <a:rPr lang="he-IL" sz="3600" b="0" i="0" u="none" strike="noStrike" kern="1200" cap="none">
                <a:ln>
                  <a:noFill/>
                </a:ln>
                <a:solidFill>
                  <a:srgbClr val="069A2E"/>
                </a:solidFill>
                <a:latin typeface="Liberation Sans" pitchFamily="34"/>
                <a:ea typeface="David CLM" pitchFamily="2"/>
                <a:cs typeface="Liberation Sans" pitchFamily="34"/>
              </a:rPr>
              <a:t>כל שחקן </a:t>
            </a:r>
            <a:r>
              <a:rPr lang="he-IL" sz="3600" b="0" i="1" u="none" strike="noStrike" kern="1200" cap="none">
                <a:ln>
                  <a:noFill/>
                </a:ln>
                <a:solidFill>
                  <a:srgbClr val="069A2E"/>
                </a:solidFill>
                <a:latin typeface="Liberation Sans" pitchFamily="34"/>
                <a:ea typeface="David CLM" pitchFamily="2"/>
                <a:cs typeface="Liberation Sans" pitchFamily="34"/>
              </a:rPr>
              <a:t>מקנא </a:t>
            </a:r>
            <a:r>
              <a:rPr lang="he-IL" sz="3600" b="0" i="0" u="none" strike="noStrike" kern="1200" cap="none">
                <a:ln>
                  <a:noFill/>
                </a:ln>
                <a:solidFill>
                  <a:srgbClr val="069A2E"/>
                </a:solidFill>
                <a:latin typeface="Liberation Sans" pitchFamily="34"/>
                <a:ea typeface="David CLM" pitchFamily="2"/>
                <a:cs typeface="Liberation Sans" pitchFamily="34"/>
              </a:rPr>
              <a:t>בוחר, מבין הבתים שהוא הכי רוצה, את הבית הנמוך</a:t>
            </a:r>
            <a:r>
              <a:rPr lang="en-US" sz="2800" b="0" i="0" u="none" strike="noStrike" kern="1200" cap="none">
                <a:ln>
                  <a:noFill/>
                </a:ln>
                <a:solidFill>
                  <a:srgbClr val="069A2E"/>
                </a:solidFill>
                <a:latin typeface="Liberation Sans" pitchFamily="34"/>
                <a:ea typeface="David CLM" pitchFamily="2"/>
                <a:cs typeface="Liberation Sans" pitchFamily="34"/>
              </a:rPr>
              <a:t> </a:t>
            </a:r>
            <a:r>
              <a:rPr lang="he-IL" sz="3600" b="0" i="0" u="none" strike="noStrike" kern="1200" cap="none">
                <a:ln>
                  <a:noFill/>
                </a:ln>
                <a:solidFill>
                  <a:srgbClr val="069A2E"/>
                </a:solidFill>
                <a:latin typeface="Liberation Sans" pitchFamily="34"/>
                <a:ea typeface="David CLM" pitchFamily="2"/>
                <a:cs typeface="Liberation Sans" pitchFamily="34"/>
              </a:rPr>
              <a:t>ביותר</a:t>
            </a:r>
            <a:r>
              <a:rPr lang="he-IL" sz="3200" b="0" i="0" u="none" strike="noStrike" kern="1200" cap="none">
                <a:ln>
                  <a:noFill/>
                </a:ln>
                <a:solidFill>
                  <a:srgbClr val="069A2E"/>
                </a:solidFill>
                <a:latin typeface="Liberation Sans" pitchFamily="34"/>
                <a:ea typeface="David CLM" pitchFamily="2"/>
                <a:cs typeface="Liberation Sans" pitchFamily="34"/>
              </a:rPr>
              <a:t> [</a:t>
            </a:r>
            <a:r>
              <a:rPr lang="en-US" sz="2600" b="0" i="0" u="none" strike="noStrike" kern="1200" cap="none">
                <a:ln>
                  <a:noFill/>
                </a:ln>
                <a:solidFill>
                  <a:srgbClr val="069A2E"/>
                </a:solidFill>
                <a:latin typeface="Liberation Sans" pitchFamily="34"/>
                <a:ea typeface="David CLM" pitchFamily="2"/>
                <a:cs typeface="Liberation Sans" pitchFamily="34"/>
              </a:rPr>
              <a:t>עכשיו כל המקנאים מטופלים</a:t>
            </a:r>
            <a:r>
              <a:rPr lang="he-IL" sz="2600" b="0" i="0" u="none" strike="noStrike" kern="1200" cap="none">
                <a:ln>
                  <a:noFill/>
                </a:ln>
                <a:solidFill>
                  <a:srgbClr val="069A2E"/>
                </a:solidFill>
                <a:latin typeface="Liberation Sans" pitchFamily="34"/>
                <a:ea typeface="David CLM" pitchFamily="2"/>
                <a:cs typeface="Liberation Sans" pitchFamily="34"/>
              </a:rPr>
              <a:t>].</a:t>
            </a:r>
            <a:endParaRPr lang="en-US" sz="2800" b="0" i="0" u="none" strike="noStrike" kern="1200" cap="none">
              <a:ln>
                <a:noFill/>
              </a:ln>
              <a:solidFill>
                <a:srgbClr val="069A2E"/>
              </a:solidFill>
              <a:latin typeface="Liberation Sans" pitchFamily="34"/>
              <a:ea typeface="David CLM" pitchFamily="2"/>
              <a:cs typeface="Liberation Sans" pitchFamily="34"/>
            </a:endParaRPr>
          </a:p>
          <a:p>
            <a:pPr marL="0" marR="0" lvl="0" indent="0" algn="r" rtl="1" hangingPunct="0">
              <a:lnSpc>
                <a:spcPct val="100000"/>
              </a:lnSpc>
              <a:spcBef>
                <a:spcPts val="0"/>
              </a:spcBef>
              <a:spcAft>
                <a:spcPts val="0"/>
              </a:spcAft>
              <a:buSzPct val="45000"/>
              <a:buFont typeface="StarSymbol"/>
              <a:buChar char="●"/>
              <a:tabLst/>
            </a:pPr>
            <a:r>
              <a:rPr lang="he-IL" sz="3600" b="0" i="0" u="none" strike="noStrike" kern="1200" cap="none">
                <a:ln>
                  <a:noFill/>
                </a:ln>
                <a:solidFill>
                  <a:srgbClr val="069A2E"/>
                </a:solidFill>
                <a:latin typeface="Liberation Sans" pitchFamily="34"/>
                <a:ea typeface="David CLM" pitchFamily="2"/>
                <a:cs typeface="Liberation Sans" pitchFamily="34"/>
              </a:rPr>
              <a:t>מבין השחקנים הלא-מטופלים שהם שכנים של שחקנים מטופלים, בוחרים את זה שמחזיק בבית הנמוך ביותר, והוא בוחר בבית הנמוך ביותר מבין הבתים שהוא הכי רוצה, השייכים לשחקן מטופל.</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page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DE89C-EAD5-6D96-00A1-A7F23A433BF3}"/>
              </a:ext>
            </a:extLst>
          </p:cNvPr>
          <p:cNvSpPr txBox="1">
            <a:spLocks noGrp="1"/>
          </p:cNvSpPr>
          <p:nvPr>
            <p:ph type="title" idx="4294967295"/>
          </p:nvPr>
        </p:nvSpPr>
        <p:spPr>
          <a:xfrm>
            <a:off x="592560" y="0"/>
            <a:ext cx="8734319" cy="914400"/>
          </a:xfrm>
        </p:spPr>
        <p:txBody>
          <a:bodyPr vert="horz"/>
          <a:lstStyle/>
          <a:p>
            <a:pPr lvl="0" rtl="1"/>
            <a:r>
              <a:rPr lang="he-IL" b="1">
                <a:latin typeface="Liberation Sans" pitchFamily="34"/>
                <a:cs typeface="Liberation Sans" pitchFamily="34"/>
              </a:rPr>
              <a:t>אלגוריתם מעגלי-מסחר עם אדישות</a:t>
            </a:r>
          </a:p>
        </p:txBody>
      </p:sp>
      <p:pic>
        <p:nvPicPr>
          <p:cNvPr id="3" name="Picture 2">
            <a:extLst>
              <a:ext uri="{FF2B5EF4-FFF2-40B4-BE49-F238E27FC236}">
                <a16:creationId xmlns:a16="http://schemas.microsoft.com/office/drawing/2014/main" id="{0B292DA4-A998-54A5-E6FD-42267998A468}"/>
              </a:ext>
            </a:extLst>
          </p:cNvPr>
          <p:cNvPicPr>
            <a:picLocks noChangeAspect="1"/>
          </p:cNvPicPr>
          <p:nvPr/>
        </p:nvPicPr>
        <p:blipFill>
          <a:blip r:embed="rId3">
            <a:lum/>
            <a:alphaModFix/>
          </a:blip>
          <a:srcRect/>
          <a:stretch>
            <a:fillRect/>
          </a:stretch>
        </p:blipFill>
        <p:spPr>
          <a:xfrm>
            <a:off x="640080" y="914400"/>
            <a:ext cx="8766000" cy="6081480"/>
          </a:xfrm>
          <a:prstGeom prst="rect">
            <a:avLst/>
          </a:prstGeom>
          <a:noFill/>
          <a:ln>
            <a:noFill/>
          </a:ln>
        </p:spPr>
      </p:pic>
      <p:sp>
        <p:nvSpPr>
          <p:cNvPr id="4" name="TextBox 3">
            <a:extLst>
              <a:ext uri="{FF2B5EF4-FFF2-40B4-BE49-F238E27FC236}">
                <a16:creationId xmlns:a16="http://schemas.microsoft.com/office/drawing/2014/main" id="{F1D29782-9EE5-7444-5A2D-14FFAEEEC2E8}"/>
              </a:ext>
            </a:extLst>
          </p:cNvPr>
          <p:cNvSpPr txBox="1"/>
          <p:nvPr/>
        </p:nvSpPr>
        <p:spPr>
          <a:xfrm>
            <a:off x="182880" y="7041240"/>
            <a:ext cx="9144000" cy="430200"/>
          </a:xfrm>
          <a:prstGeom prst="rect">
            <a:avLst/>
          </a:prstGeom>
          <a:noFill/>
          <a:ln>
            <a:noFill/>
          </a:ln>
        </p:spPr>
        <p:txBody>
          <a:bodyPr vert="horz" wrap="none" lIns="90000" tIns="45000" rIns="90000" bIns="45000" anchorCtr="0" compatLnSpc="0">
            <a:spAutoFit/>
          </a:bodyPr>
          <a:lstStyle/>
          <a:p>
            <a:pPr marL="0" marR="0" lvl="0" indent="0" algn="r" rtl="1" hangingPunct="0">
              <a:lnSpc>
                <a:spcPct val="100000"/>
              </a:lnSpc>
              <a:spcBef>
                <a:spcPts val="0"/>
              </a:spcBef>
              <a:spcAft>
                <a:spcPts val="0"/>
              </a:spcAft>
              <a:buNone/>
              <a:tabLst/>
            </a:pPr>
            <a:r>
              <a:rPr lang="he-IL" sz="1800" b="0" i="0" u="none" strike="noStrike" kern="1200" cap="none">
                <a:ln>
                  <a:noFill/>
                </a:ln>
                <a:latin typeface="Liberation Sans" pitchFamily="18"/>
                <a:ea typeface="Noto Sans CJK SC Regular" pitchFamily="2"/>
                <a:cs typeface="Nachlieli CLM" pitchFamily="2"/>
              </a:rPr>
              <a:t>הדוגמה מהמאמר: </a:t>
            </a:r>
            <a:r>
              <a:rPr lang="en-US" sz="1800" b="0" i="0" u="none" strike="noStrike" kern="1200" cap="none">
                <a:ln>
                  <a:noFill/>
                </a:ln>
                <a:latin typeface="Liberation Sans" pitchFamily="18"/>
                <a:ea typeface="Noto Sans CJK SC Regular" pitchFamily="2"/>
                <a:cs typeface="Nachlieli CLM" pitchFamily="2"/>
                <a:hlinkClick r:id="rId4"/>
              </a:rPr>
              <a:t>https://doi.org/10.1145/2492002.2482574</a:t>
            </a:r>
            <a:r>
              <a:rPr lang="en-US" sz="1800" b="0" i="0" u="none" strike="noStrike" kern="1200" cap="none">
                <a:ln>
                  <a:noFill/>
                </a:ln>
                <a:latin typeface="Liberation Sans" pitchFamily="18"/>
                <a:ea typeface="Noto Sans CJK SC Regular" pitchFamily="2"/>
                <a:cs typeface="Nachlieli CLM" pitchFamily="2"/>
              </a:rPr>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page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01E7D-B6B2-E378-85A6-F4C789CB2D0E}"/>
              </a:ext>
            </a:extLst>
          </p:cNvPr>
          <p:cNvSpPr txBox="1">
            <a:spLocks noGrp="1"/>
          </p:cNvSpPr>
          <p:nvPr>
            <p:ph type="title" idx="4294967295"/>
          </p:nvPr>
        </p:nvSpPr>
        <p:spPr>
          <a:xfrm>
            <a:off x="592560" y="0"/>
            <a:ext cx="8734319" cy="914400"/>
          </a:xfrm>
        </p:spPr>
        <p:txBody>
          <a:bodyPr vert="horz"/>
          <a:lstStyle/>
          <a:p>
            <a:pPr lvl="0" rtl="1"/>
            <a:r>
              <a:rPr lang="he-IL" b="1">
                <a:latin typeface="Liberation Sans" pitchFamily="34"/>
                <a:cs typeface="Liberation Sans" pitchFamily="34"/>
              </a:rPr>
              <a:t>אלגוריתם סבן-סתורמן</a:t>
            </a:r>
          </a:p>
        </p:txBody>
      </p:sp>
      <p:sp>
        <p:nvSpPr>
          <p:cNvPr id="3" name="TextBox 2">
            <a:extLst>
              <a:ext uri="{FF2B5EF4-FFF2-40B4-BE49-F238E27FC236}">
                <a16:creationId xmlns:a16="http://schemas.microsoft.com/office/drawing/2014/main" id="{92B1E9E2-2DF0-F2EE-AF3A-C641B364C5F3}"/>
              </a:ext>
            </a:extLst>
          </p:cNvPr>
          <p:cNvSpPr txBox="1"/>
          <p:nvPr/>
        </p:nvSpPr>
        <p:spPr>
          <a:xfrm>
            <a:off x="0" y="665640"/>
            <a:ext cx="10080000" cy="6992768"/>
          </a:xfrm>
          <a:prstGeom prst="rect">
            <a:avLst/>
          </a:prstGeom>
          <a:noFill/>
          <a:ln>
            <a:noFill/>
          </a:ln>
        </p:spPr>
        <p:txBody>
          <a:bodyPr vert="horz" wrap="square" lIns="90000" tIns="45000" rIns="90000" bIns="45000" anchorCtr="0" compatLnSpc="0">
            <a:spAutoFit/>
          </a:bodyPr>
          <a:lstStyle/>
          <a:p>
            <a:pPr marL="0" marR="0" lvl="0" indent="0" algn="r" rtl="1" hangingPunct="0">
              <a:lnSpc>
                <a:spcPct val="100000"/>
              </a:lnSpc>
              <a:spcBef>
                <a:spcPts val="0"/>
              </a:spcBef>
              <a:spcAft>
                <a:spcPts val="0"/>
              </a:spcAft>
              <a:buNone/>
              <a:tabLst/>
            </a:pPr>
            <a:r>
              <a:rPr lang="he-IL" sz="3600" b="1" i="0" u="none" strike="noStrike" kern="1200" cap="none">
                <a:ln>
                  <a:noFill/>
                </a:ln>
                <a:solidFill>
                  <a:srgbClr val="069A2E"/>
                </a:solidFill>
                <a:latin typeface="Liberation Sans" pitchFamily="34"/>
                <a:ea typeface="David CLM" pitchFamily="2"/>
                <a:cs typeface="Liberation Sans" pitchFamily="34"/>
              </a:rPr>
              <a:t>משפט</a:t>
            </a:r>
            <a:r>
              <a:rPr lang="he-IL" sz="3600" b="0" i="0" u="none" strike="noStrike" kern="1200" cap="none">
                <a:ln>
                  <a:noFill/>
                </a:ln>
                <a:solidFill>
                  <a:srgbClr val="069A2E"/>
                </a:solidFill>
                <a:latin typeface="Liberation Sans" pitchFamily="34"/>
                <a:ea typeface="David CLM" pitchFamily="2"/>
                <a:cs typeface="Liberation Sans" pitchFamily="34"/>
              </a:rPr>
              <a:t>. </a:t>
            </a:r>
            <a:r>
              <a:rPr lang="en-US" sz="3600" b="0" i="0" u="none" strike="noStrike" kern="1200" cap="none">
                <a:ln>
                  <a:noFill/>
                </a:ln>
                <a:solidFill>
                  <a:srgbClr val="069A2E"/>
                </a:solidFill>
                <a:latin typeface="Liberation Sans" pitchFamily="34"/>
                <a:ea typeface="David CLM" pitchFamily="2"/>
                <a:cs typeface="Liberation Sans" pitchFamily="34"/>
              </a:rPr>
              <a:t>האלגוריתם מסתיים תוך 2</a:t>
            </a:r>
            <a:r>
              <a:rPr lang="en-US" sz="3600" b="0" i="1" u="none" strike="noStrike" kern="1200" cap="none">
                <a:ln>
                  <a:noFill/>
                </a:ln>
                <a:solidFill>
                  <a:srgbClr val="069A2E"/>
                </a:solidFill>
                <a:latin typeface="Liberation Sans" pitchFamily="34"/>
                <a:ea typeface="David CLM" pitchFamily="2"/>
                <a:cs typeface="Liberation Sans" pitchFamily="34"/>
              </a:rPr>
              <a:t>n</a:t>
            </a:r>
            <a:r>
              <a:rPr lang="he-IL" sz="3600" b="0" i="0" u="none" strike="noStrike" kern="1200" cap="none">
                <a:ln>
                  <a:noFill/>
                </a:ln>
                <a:solidFill>
                  <a:srgbClr val="069A2E"/>
                </a:solidFill>
                <a:latin typeface="Liberation Sans" pitchFamily="34"/>
                <a:ea typeface="David CLM" pitchFamily="2"/>
                <a:cs typeface="Liberation Sans" pitchFamily="34"/>
              </a:rPr>
              <a:t> </a:t>
            </a:r>
            <a:r>
              <a:rPr lang="en-US" sz="3600" b="0" i="0" u="none" strike="noStrike" kern="1200" cap="none">
                <a:ln>
                  <a:noFill/>
                </a:ln>
                <a:solidFill>
                  <a:srgbClr val="069A2E"/>
                </a:solidFill>
                <a:latin typeface="Liberation Sans" pitchFamily="34"/>
                <a:ea typeface="David CLM" pitchFamily="2"/>
                <a:cs typeface="Liberation Sans" pitchFamily="34"/>
              </a:rPr>
              <a:t>סיבובים.</a:t>
            </a:r>
          </a:p>
          <a:p>
            <a:pPr marL="0" marR="0" lvl="0" indent="0" algn="r" rtl="1" hangingPunct="0">
              <a:lnSpc>
                <a:spcPct val="100000"/>
              </a:lnSpc>
              <a:spcBef>
                <a:spcPts val="0"/>
              </a:spcBef>
              <a:spcAft>
                <a:spcPts val="0"/>
              </a:spcAft>
              <a:buNone/>
              <a:tabLst/>
            </a:pPr>
            <a:endParaRPr lang="en-US" sz="3600" b="0" i="0" u="none" strike="noStrike" kern="1200" cap="none">
              <a:ln>
                <a:noFill/>
              </a:ln>
              <a:solidFill>
                <a:srgbClr val="069A2E"/>
              </a:solidFill>
              <a:latin typeface="Liberation Sans" pitchFamily="34"/>
              <a:ea typeface="David CLM" pitchFamily="2"/>
              <a:cs typeface="Liberation Sans" pitchFamily="34"/>
            </a:endParaRPr>
          </a:p>
          <a:p>
            <a:pPr marL="0" marR="0" lvl="0" indent="0" algn="r" rtl="1" hangingPunct="0">
              <a:lnSpc>
                <a:spcPct val="100000"/>
              </a:lnSpc>
              <a:spcBef>
                <a:spcPts val="0"/>
              </a:spcBef>
              <a:spcAft>
                <a:spcPts val="0"/>
              </a:spcAft>
              <a:buNone/>
              <a:tabLst/>
            </a:pPr>
            <a:r>
              <a:rPr lang="he-IL" sz="3600" b="0" i="1" u="none" strike="noStrike" kern="1200" cap="none">
                <a:ln>
                  <a:noFill/>
                </a:ln>
                <a:latin typeface="Liberation Sans" pitchFamily="34"/>
                <a:ea typeface="David CLM" pitchFamily="2"/>
                <a:cs typeface="Liberation Sans" pitchFamily="34"/>
              </a:rPr>
              <a:t>הוכחה</a:t>
            </a:r>
            <a:r>
              <a:rPr lang="he-IL" sz="3600" b="0" i="0" u="none" strike="noStrike" kern="1200" cap="none">
                <a:ln>
                  <a:noFill/>
                </a:ln>
                <a:latin typeface="Liberation Sans" pitchFamily="34"/>
                <a:ea typeface="David CLM" pitchFamily="2"/>
                <a:cs typeface="Liberation Sans" pitchFamily="34"/>
              </a:rPr>
              <a:t>. </a:t>
            </a:r>
            <a:r>
              <a:rPr lang="en-US" sz="3600" b="0" i="0" u="none" strike="noStrike" kern="1200" cap="none">
                <a:ln>
                  <a:noFill/>
                </a:ln>
                <a:latin typeface="Liberation Sans" pitchFamily="34"/>
                <a:ea typeface="David CLM" pitchFamily="2"/>
                <a:cs typeface="Liberation Sans" pitchFamily="34"/>
              </a:rPr>
              <a:t>בכל סיבוב א</a:t>
            </a:r>
            <a:r>
              <a:rPr lang="he-IL" sz="3600" b="0" i="0" u="none" strike="noStrike" kern="1200" cap="none">
                <a:ln>
                  <a:noFill/>
                </a:ln>
                <a:latin typeface="Liberation Sans" pitchFamily="34"/>
                <a:ea typeface="David CLM" pitchFamily="2"/>
                <a:cs typeface="Liberation Sans" pitchFamily="34"/>
              </a:rPr>
              <a:t>, </a:t>
            </a:r>
            <a:r>
              <a:rPr lang="en-US" sz="3600" b="0" i="0" u="none" strike="noStrike" kern="1200" cap="none">
                <a:ln>
                  <a:noFill/>
                </a:ln>
                <a:latin typeface="Liberation Sans" pitchFamily="34"/>
                <a:ea typeface="David CLM" pitchFamily="2"/>
                <a:cs typeface="Liberation Sans" pitchFamily="34"/>
              </a:rPr>
              <a:t>לפחות שחקן אחד יוצא מהשוק</a:t>
            </a:r>
            <a:r>
              <a:rPr lang="he-IL" sz="3600" b="0" i="0" u="none" strike="noStrike" kern="1200" cap="none">
                <a:ln>
                  <a:noFill/>
                </a:ln>
                <a:latin typeface="Liberation Sans" pitchFamily="34"/>
                <a:ea typeface="David CLM" pitchFamily="2"/>
                <a:cs typeface="Liberation Sans" pitchFamily="34"/>
              </a:rPr>
              <a:t>; </a:t>
            </a:r>
            <a:r>
              <a:rPr lang="en-US" sz="3600" b="0" i="0" u="none" strike="noStrike" kern="1200" cap="none">
                <a:ln>
                  <a:noFill/>
                </a:ln>
                <a:latin typeface="Liberation Sans" pitchFamily="34"/>
                <a:ea typeface="David CLM" pitchFamily="2"/>
                <a:cs typeface="Liberation Sans" pitchFamily="34"/>
              </a:rPr>
              <a:t>לכן סיבוב א מתבצע לכל היותר n</a:t>
            </a:r>
            <a:r>
              <a:rPr lang="he-IL" sz="3600" b="0" i="0" u="none" strike="noStrike" kern="1200" cap="none">
                <a:ln>
                  <a:noFill/>
                </a:ln>
                <a:latin typeface="Liberation Sans" pitchFamily="34"/>
                <a:ea typeface="David CLM" pitchFamily="2"/>
                <a:cs typeface="Liberation Sans" pitchFamily="34"/>
              </a:rPr>
              <a:t> </a:t>
            </a:r>
            <a:r>
              <a:rPr lang="en-US" sz="3600" b="0" i="0" u="none" strike="noStrike" kern="1200" cap="none">
                <a:ln>
                  <a:noFill/>
                </a:ln>
                <a:latin typeface="Liberation Sans" pitchFamily="34"/>
                <a:ea typeface="David CLM" pitchFamily="2"/>
                <a:cs typeface="Liberation Sans" pitchFamily="34"/>
              </a:rPr>
              <a:t>פעמים.</a:t>
            </a:r>
          </a:p>
          <a:p>
            <a:pPr marL="0" marR="0" lvl="0" indent="0" algn="r" rtl="1" hangingPunct="0">
              <a:lnSpc>
                <a:spcPct val="100000"/>
              </a:lnSpc>
              <a:spcBef>
                <a:spcPts val="0"/>
              </a:spcBef>
              <a:spcAft>
                <a:spcPts val="0"/>
              </a:spcAft>
              <a:buNone/>
              <a:tabLst/>
            </a:pPr>
            <a:endParaRPr lang="en-US" sz="3600" b="0" i="0" u="none" strike="noStrike" kern="1200" cap="none">
              <a:ln>
                <a:noFill/>
              </a:ln>
              <a:latin typeface="Liberation Sans" pitchFamily="34"/>
              <a:ea typeface="David CLM" pitchFamily="2"/>
              <a:cs typeface="Liberation Sans" pitchFamily="34"/>
            </a:endParaRPr>
          </a:p>
          <a:p>
            <a:pPr marL="0" marR="0" lvl="0" indent="0" algn="r" rtl="1" hangingPunct="0">
              <a:lnSpc>
                <a:spcPct val="100000"/>
              </a:lnSpc>
              <a:spcBef>
                <a:spcPts val="0"/>
              </a:spcBef>
              <a:spcAft>
                <a:spcPts val="0"/>
              </a:spcAft>
              <a:buNone/>
              <a:tabLst/>
            </a:pPr>
            <a:r>
              <a:rPr lang="he-IL" sz="3600" b="0" i="0" u="none" strike="noStrike" kern="1200" cap="none">
                <a:ln>
                  <a:noFill/>
                </a:ln>
                <a:solidFill>
                  <a:srgbClr val="3465A4"/>
                </a:solidFill>
                <a:latin typeface="Liberation Sans" pitchFamily="34"/>
                <a:ea typeface="David CLM" pitchFamily="2"/>
                <a:cs typeface="Liberation Sans" pitchFamily="34"/>
              </a:rPr>
              <a:t>בכל סיבוב ב, מוצאים לפחות מעגל מכוון אחד.</a:t>
            </a:r>
            <a:r>
              <a:rPr lang="en-US" sz="3600" b="0" i="0" u="none" strike="noStrike" kern="1200" cap="none">
                <a:ln>
                  <a:noFill/>
                </a:ln>
                <a:solidFill>
                  <a:srgbClr val="808080"/>
                </a:solidFill>
                <a:latin typeface="Liberation Sans" pitchFamily="34"/>
                <a:ea typeface="David CLM" pitchFamily="2"/>
                <a:cs typeface="Liberation Sans" pitchFamily="34"/>
              </a:rPr>
              <a:t> </a:t>
            </a:r>
            <a:r>
              <a:rPr lang="he-IL" sz="3600" b="0" i="0" u="none" strike="noStrike" kern="1200" cap="none">
                <a:ln>
                  <a:noFill/>
                </a:ln>
                <a:solidFill>
                  <a:srgbClr val="FF0000"/>
                </a:solidFill>
                <a:latin typeface="Liberation Sans" pitchFamily="34"/>
                <a:ea typeface="David CLM" pitchFamily="2"/>
                <a:cs typeface="Liberation Sans" pitchFamily="34"/>
              </a:rPr>
              <a:t>כלל הבחירה מבטיח, שכל מסלול מכוון המתחיל בשחקן שאינו מקנא, מגיע לשחקן מקנא. לכן, כל מעגל מכוון כולל שחקן מקנא אחד לפחות.</a:t>
            </a:r>
            <a:r>
              <a:rPr lang="en-US" sz="3600" b="0" i="0" u="none" strike="noStrike" kern="1200" cap="none">
                <a:ln>
                  <a:noFill/>
                </a:ln>
                <a:solidFill>
                  <a:srgbClr val="808080"/>
                </a:solidFill>
                <a:latin typeface="Liberation Sans" pitchFamily="34"/>
                <a:ea typeface="David CLM" pitchFamily="2"/>
                <a:cs typeface="Liberation Sans" pitchFamily="34"/>
              </a:rPr>
              <a:t> </a:t>
            </a:r>
            <a:r>
              <a:rPr lang="he-IL" sz="3600" b="0" i="0" u="none" strike="noStrike" kern="1200" cap="none">
                <a:ln>
                  <a:noFill/>
                </a:ln>
                <a:solidFill>
                  <a:srgbClr val="2A6099"/>
                </a:solidFill>
                <a:latin typeface="Liberation Sans" pitchFamily="34"/>
                <a:ea typeface="David CLM" pitchFamily="2"/>
                <a:cs typeface="Liberation Sans" pitchFamily="34"/>
              </a:rPr>
              <a:t>לאחר שמחליפים את הבתים במעגל, כל השחקנים במעגל אינם מקנאים, כי הם קיבלו בית שהם הכי רוצים. לכן מספר השחקנים המקנאים קטן ב-</a:t>
            </a:r>
            <a:r>
              <a:rPr lang="en-US" sz="3600" b="0" i="0" u="none" strike="noStrike" kern="1200" cap="none">
                <a:ln>
                  <a:noFill/>
                </a:ln>
                <a:solidFill>
                  <a:srgbClr val="2A6099"/>
                </a:solidFill>
                <a:latin typeface="Liberation Sans" pitchFamily="34"/>
                <a:ea typeface="David CLM" pitchFamily="2"/>
                <a:cs typeface="Liberation Sans" pitchFamily="34"/>
              </a:rPr>
              <a:t>1</a:t>
            </a:r>
            <a:r>
              <a:rPr lang="he-IL" sz="3600" b="0" i="0" u="none" strike="noStrike" kern="1200" cap="none">
                <a:ln>
                  <a:noFill/>
                </a:ln>
                <a:solidFill>
                  <a:srgbClr val="2A6099"/>
                </a:solidFill>
                <a:latin typeface="Liberation Sans" pitchFamily="34"/>
                <a:ea typeface="David CLM" pitchFamily="2"/>
                <a:cs typeface="Liberation Sans" pitchFamily="34"/>
              </a:rPr>
              <a:t> </a:t>
            </a:r>
            <a:r>
              <a:rPr lang="en-US" sz="3600" b="0" i="0" u="none" strike="noStrike" kern="1200" cap="none">
                <a:ln>
                  <a:noFill/>
                </a:ln>
                <a:solidFill>
                  <a:srgbClr val="2A6099"/>
                </a:solidFill>
                <a:latin typeface="Liberation Sans" pitchFamily="34"/>
                <a:ea typeface="David CLM" pitchFamily="2"/>
                <a:cs typeface="Liberation Sans" pitchFamily="34"/>
              </a:rPr>
              <a:t>לפחות</a:t>
            </a:r>
            <a:r>
              <a:rPr lang="he-IL" sz="3600" b="0" i="0" u="none" strike="noStrike" kern="1200" cap="none">
                <a:ln>
                  <a:noFill/>
                </a:ln>
                <a:solidFill>
                  <a:srgbClr val="2A6099"/>
                </a:solidFill>
                <a:latin typeface="Liberation Sans" pitchFamily="34"/>
                <a:ea typeface="David CLM" pitchFamily="2"/>
                <a:cs typeface="Liberation Sans" pitchFamily="34"/>
              </a:rPr>
              <a:t>. </a:t>
            </a:r>
            <a:r>
              <a:rPr lang="he-IL" sz="3600" b="0" i="0" u="none" strike="noStrike" kern="1200" cap="none">
                <a:ln>
                  <a:noFill/>
                </a:ln>
                <a:solidFill>
                  <a:srgbClr val="FF0000"/>
                </a:solidFill>
                <a:latin typeface="Liberation Sans" pitchFamily="34"/>
                <a:ea typeface="David CLM" pitchFamily="2"/>
                <a:cs typeface="Liberation Sans" pitchFamily="34"/>
              </a:rPr>
              <a:t>לכן גם סיבוב ב יכול להתבצע לכל היותר </a:t>
            </a:r>
            <a:r>
              <a:rPr lang="en-US" sz="3600" b="0" i="0" u="none" strike="noStrike" kern="1200" cap="none">
                <a:ln>
                  <a:noFill/>
                </a:ln>
                <a:solidFill>
                  <a:srgbClr val="FF0000"/>
                </a:solidFill>
                <a:latin typeface="Liberation Sans" pitchFamily="34"/>
                <a:ea typeface="David CLM" pitchFamily="2"/>
                <a:cs typeface="Liberation Sans" pitchFamily="34"/>
              </a:rPr>
              <a:t>n</a:t>
            </a:r>
            <a:r>
              <a:rPr lang="he-IL" sz="3600" b="0" i="0" u="none" strike="noStrike" kern="1200" cap="none">
                <a:ln>
                  <a:noFill/>
                </a:ln>
                <a:solidFill>
                  <a:srgbClr val="FF0000"/>
                </a:solidFill>
                <a:latin typeface="Liberation Sans" pitchFamily="34"/>
                <a:ea typeface="David CLM" pitchFamily="2"/>
                <a:cs typeface="Liberation Sans" pitchFamily="34"/>
              </a:rPr>
              <a:t> </a:t>
            </a:r>
            <a:r>
              <a:rPr lang="en-US" sz="3600" b="0" i="0" u="none" strike="noStrike" kern="1200" cap="none">
                <a:ln>
                  <a:noFill/>
                </a:ln>
                <a:solidFill>
                  <a:srgbClr val="FF0000"/>
                </a:solidFill>
                <a:latin typeface="Liberation Sans" pitchFamily="34"/>
                <a:ea typeface="David CLM" pitchFamily="2"/>
                <a:cs typeface="Liberation Sans" pitchFamily="34"/>
              </a:rPr>
              <a:t>פעמים</a:t>
            </a:r>
            <a:r>
              <a:rPr lang="he-IL" sz="3600" b="0" i="0" u="none" strike="noStrike" kern="1200" cap="none">
                <a:ln>
                  <a:noFill/>
                </a:ln>
                <a:solidFill>
                  <a:srgbClr val="FF0000"/>
                </a:solidFill>
                <a:latin typeface="Liberation Sans" pitchFamily="34"/>
                <a:ea typeface="David CLM" pitchFamily="2"/>
                <a:cs typeface="Liberation Sans" pitchFamily="34"/>
              </a:rPr>
              <a:t>. ***</a:t>
            </a:r>
            <a:endParaRPr lang="en-US" sz="3600" b="0" i="0" u="none" strike="noStrike" kern="1200" cap="none">
              <a:ln>
                <a:noFill/>
              </a:ln>
              <a:solidFill>
                <a:srgbClr val="FF0000"/>
              </a:solidFill>
              <a:latin typeface="Liberation Sans" pitchFamily="34"/>
              <a:ea typeface="David CLM" pitchFamily="2"/>
              <a:cs typeface="Liberation Sans" pitchFamily="3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page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33E15-7B88-9FD6-DD22-4FE9E3995180}"/>
              </a:ext>
            </a:extLst>
          </p:cNvPr>
          <p:cNvSpPr txBox="1">
            <a:spLocks noGrp="1"/>
          </p:cNvSpPr>
          <p:nvPr>
            <p:ph type="title" idx="4294967295"/>
          </p:nvPr>
        </p:nvSpPr>
        <p:spPr>
          <a:xfrm>
            <a:off x="592560" y="0"/>
            <a:ext cx="8734319" cy="914400"/>
          </a:xfrm>
        </p:spPr>
        <p:txBody>
          <a:bodyPr vert="horz"/>
          <a:lstStyle/>
          <a:p>
            <a:pPr lvl="0" rtl="1"/>
            <a:r>
              <a:rPr lang="he-IL" b="1">
                <a:latin typeface="Liberation Sans" pitchFamily="34"/>
                <a:cs typeface="Liberation Sans" pitchFamily="34"/>
              </a:rPr>
              <a:t>אלגוריתם סבן-סתורמן - יעילות</a:t>
            </a:r>
          </a:p>
        </p:txBody>
      </p:sp>
      <p:sp>
        <p:nvSpPr>
          <p:cNvPr id="3" name="TextBox 2">
            <a:extLst>
              <a:ext uri="{FF2B5EF4-FFF2-40B4-BE49-F238E27FC236}">
                <a16:creationId xmlns:a16="http://schemas.microsoft.com/office/drawing/2014/main" id="{482944F9-6991-2305-1439-C0F3389E51EF}"/>
              </a:ext>
            </a:extLst>
          </p:cNvPr>
          <p:cNvSpPr txBox="1"/>
          <p:nvPr/>
        </p:nvSpPr>
        <p:spPr>
          <a:xfrm>
            <a:off x="154357" y="665640"/>
            <a:ext cx="9925643" cy="6520781"/>
          </a:xfrm>
          <a:prstGeom prst="rect">
            <a:avLst/>
          </a:prstGeom>
          <a:noFill/>
          <a:ln>
            <a:noFill/>
          </a:ln>
        </p:spPr>
        <p:txBody>
          <a:bodyPr vert="horz" wrap="none" lIns="90000" tIns="45000" rIns="90000" bIns="45000" anchorCtr="0" compatLnSpc="0">
            <a:spAutoFit/>
          </a:bodyPr>
          <a:lstStyle/>
          <a:p>
            <a:pPr marL="0" marR="0" lvl="0" indent="0" algn="r" rtl="1" hangingPunct="0">
              <a:lnSpc>
                <a:spcPct val="100000"/>
              </a:lnSpc>
              <a:spcBef>
                <a:spcPts val="0"/>
              </a:spcBef>
              <a:spcAft>
                <a:spcPts val="0"/>
              </a:spcAft>
              <a:buNone/>
              <a:tabLst/>
            </a:pPr>
            <a:r>
              <a:rPr lang="he-IL" sz="4000" b="1" i="0" u="none" strike="noStrike" kern="1200" cap="none">
                <a:ln>
                  <a:noFill/>
                </a:ln>
                <a:solidFill>
                  <a:srgbClr val="069A2E"/>
                </a:solidFill>
                <a:latin typeface="Liberation Sans" pitchFamily="34"/>
                <a:ea typeface="David CLM" pitchFamily="2"/>
                <a:cs typeface="Liberation Sans" pitchFamily="34"/>
              </a:rPr>
              <a:t>משפט</a:t>
            </a:r>
            <a:r>
              <a:rPr lang="he-IL" sz="4000" b="0" i="0" u="none" strike="noStrike" kern="1200" cap="none">
                <a:ln>
                  <a:noFill/>
                </a:ln>
                <a:solidFill>
                  <a:srgbClr val="069A2E"/>
                </a:solidFill>
                <a:latin typeface="Liberation Sans" pitchFamily="34"/>
                <a:ea typeface="David CLM" pitchFamily="2"/>
                <a:cs typeface="Liberation Sans" pitchFamily="34"/>
              </a:rPr>
              <a:t>. </a:t>
            </a:r>
            <a:r>
              <a:rPr lang="en-US" sz="4000" b="0" i="0" u="none" strike="noStrike" kern="1200" cap="none">
                <a:ln>
                  <a:noFill/>
                </a:ln>
                <a:solidFill>
                  <a:srgbClr val="069A2E"/>
                </a:solidFill>
                <a:latin typeface="Liberation Sans" pitchFamily="34"/>
                <a:ea typeface="David CLM" pitchFamily="2"/>
                <a:cs typeface="Liberation Sans" pitchFamily="34"/>
              </a:rPr>
              <a:t>האלגוריתם מחזיר שיבוץ יעיל-פארטו.</a:t>
            </a:r>
          </a:p>
          <a:p>
            <a:pPr marL="0" marR="0" lvl="0" indent="0" algn="r" rtl="1" hangingPunct="0">
              <a:lnSpc>
                <a:spcPct val="100000"/>
              </a:lnSpc>
              <a:spcBef>
                <a:spcPts val="0"/>
              </a:spcBef>
              <a:spcAft>
                <a:spcPts val="0"/>
              </a:spcAft>
              <a:buNone/>
              <a:tabLst/>
            </a:pPr>
            <a:r>
              <a:rPr lang="he-IL" sz="3600" b="0" i="1" u="none" strike="noStrike" kern="1200" cap="none">
                <a:ln>
                  <a:noFill/>
                </a:ln>
                <a:latin typeface="Liberation Sans" pitchFamily="34"/>
                <a:ea typeface="David CLM" pitchFamily="2"/>
                <a:cs typeface="Liberation Sans" pitchFamily="34"/>
              </a:rPr>
              <a:t>הוכחה</a:t>
            </a:r>
            <a:r>
              <a:rPr lang="he-IL" sz="3600">
                <a:latin typeface="Liberation Sans" pitchFamily="34"/>
                <a:ea typeface="David CLM" pitchFamily="2"/>
                <a:cs typeface="Liberation Sans" pitchFamily="34"/>
              </a:rPr>
              <a:t>. </a:t>
            </a:r>
            <a:r>
              <a:rPr lang="en-US" sz="3600" b="0" i="0" u="none" strike="noStrike" kern="1200" cap="none">
                <a:ln>
                  <a:noFill/>
                </a:ln>
                <a:latin typeface="Liberation Sans" pitchFamily="34"/>
                <a:ea typeface="David CLM" pitchFamily="2"/>
                <a:cs typeface="Liberation Sans" pitchFamily="34"/>
              </a:rPr>
              <a:t>כל שחקן שיצא מהשוק ברכיב-סופי מספר </a:t>
            </a:r>
            <a:r>
              <a:rPr lang="en-US" sz="3600" b="0" i="1" u="none" strike="noStrike" kern="1200" cap="none">
                <a:ln>
                  <a:noFill/>
                </a:ln>
                <a:latin typeface="Liberation Sans" pitchFamily="34"/>
                <a:ea typeface="David CLM" pitchFamily="2"/>
                <a:cs typeface="Liberation Sans" pitchFamily="34"/>
              </a:rPr>
              <a:t>k</a:t>
            </a:r>
            <a:r>
              <a:rPr lang="he-IL" sz="3600" b="0" i="1" u="none" strike="noStrike" kern="1200" cap="none">
                <a:ln>
                  <a:noFill/>
                </a:ln>
                <a:latin typeface="Liberation Sans" pitchFamily="34"/>
                <a:ea typeface="David CLM" pitchFamily="2"/>
                <a:cs typeface="Liberation Sans" pitchFamily="34"/>
              </a:rPr>
              <a:t>:</a:t>
            </a:r>
            <a:endParaRPr lang="en-US" sz="3600" b="0" i="1" u="none" strike="noStrike" kern="1200" cap="none">
              <a:ln>
                <a:noFill/>
              </a:ln>
              <a:latin typeface="Liberation Sans" pitchFamily="34"/>
              <a:ea typeface="David CLM" pitchFamily="2"/>
              <a:cs typeface="Liberation Sans" pitchFamily="34"/>
            </a:endParaRPr>
          </a:p>
          <a:p>
            <a:pPr marL="0" marR="0" lvl="0" indent="0" algn="r" rtl="1" hangingPunct="0">
              <a:lnSpc>
                <a:spcPct val="100000"/>
              </a:lnSpc>
              <a:spcBef>
                <a:spcPts val="0"/>
              </a:spcBef>
              <a:spcAft>
                <a:spcPts val="0"/>
              </a:spcAft>
              <a:buSzPct val="45000"/>
              <a:buFont typeface="StarSymbol"/>
              <a:buChar char="●"/>
              <a:tabLst/>
            </a:pPr>
            <a:r>
              <a:rPr lang="he-IL" sz="3600" b="0" i="0" u="none" strike="noStrike" kern="1200" cap="none">
                <a:ln>
                  <a:noFill/>
                </a:ln>
                <a:latin typeface="Liberation Sans" pitchFamily="34"/>
                <a:ea typeface="David CLM" pitchFamily="2"/>
                <a:cs typeface="Liberation Sans" pitchFamily="34"/>
              </a:rPr>
              <a:t>מקבל בית שהוא הכי רוצה מבין הבתים </a:t>
            </a:r>
            <a:r>
              <a:rPr lang="he-IL" sz="3600" b="0" i="1" u="none" strike="noStrike" kern="1200" cap="none">
                <a:ln>
                  <a:noFill/>
                </a:ln>
                <a:latin typeface="Liberation Sans" pitchFamily="34"/>
                <a:ea typeface="David CLM" pitchFamily="2"/>
                <a:cs typeface="Liberation Sans" pitchFamily="34"/>
              </a:rPr>
              <a:t>הזמינים</a:t>
            </a:r>
            <a:r>
              <a:rPr lang="en-US" sz="3600" b="0" i="0" u="none" strike="noStrike" kern="1200" cap="none">
                <a:ln>
                  <a:noFill/>
                </a:ln>
                <a:latin typeface="Liberation Sans" pitchFamily="34"/>
                <a:ea typeface="David CLM" pitchFamily="2"/>
                <a:cs typeface="Liberation Sans" pitchFamily="34"/>
              </a:rPr>
              <a:t>;</a:t>
            </a:r>
          </a:p>
          <a:p>
            <a:pPr marL="0" marR="0" lvl="0" indent="0" algn="r" rtl="1" hangingPunct="0">
              <a:lnSpc>
                <a:spcPct val="100000"/>
              </a:lnSpc>
              <a:spcBef>
                <a:spcPts val="0"/>
              </a:spcBef>
              <a:spcAft>
                <a:spcPts val="0"/>
              </a:spcAft>
              <a:buSzPct val="45000"/>
              <a:buFont typeface="StarSymbol"/>
              <a:buChar char="●"/>
              <a:tabLst/>
            </a:pPr>
            <a:r>
              <a:rPr lang="he-IL" sz="3600" b="0" i="0" u="none" strike="noStrike" kern="1200" cap="none">
                <a:ln>
                  <a:noFill/>
                </a:ln>
                <a:latin typeface="Liberation Sans" pitchFamily="34"/>
                <a:ea typeface="David CLM" pitchFamily="2"/>
                <a:cs typeface="Liberation Sans" pitchFamily="34"/>
              </a:rPr>
              <a:t>לא רוצה אף בית מהבתים </a:t>
            </a:r>
            <a:r>
              <a:rPr lang="he-IL" sz="3600" b="0" i="1" u="none" strike="noStrike" kern="1200" cap="none">
                <a:ln>
                  <a:noFill/>
                </a:ln>
                <a:latin typeface="Liberation Sans" pitchFamily="34"/>
                <a:ea typeface="David CLM" pitchFamily="2"/>
                <a:cs typeface="Liberation Sans" pitchFamily="34"/>
              </a:rPr>
              <a:t>הנשארים</a:t>
            </a:r>
            <a:r>
              <a:rPr lang="en-US" sz="3600" b="0" i="0" u="none" strike="noStrike" kern="1200" cap="none">
                <a:ln>
                  <a:noFill/>
                </a:ln>
                <a:latin typeface="Liberation Sans" pitchFamily="34"/>
                <a:ea typeface="David CLM" pitchFamily="2"/>
                <a:cs typeface="Liberation Sans" pitchFamily="34"/>
              </a:rPr>
              <a:t>.</a:t>
            </a:r>
          </a:p>
          <a:p>
            <a:pPr marL="0" marR="0" lvl="0" indent="0" algn="r" rtl="1" hangingPunct="0">
              <a:lnSpc>
                <a:spcPct val="100000"/>
              </a:lnSpc>
              <a:spcBef>
                <a:spcPts val="0"/>
              </a:spcBef>
              <a:spcAft>
                <a:spcPts val="0"/>
              </a:spcAft>
              <a:buNone/>
              <a:tabLst/>
            </a:pPr>
            <a:endParaRPr lang="en-US" sz="3600" b="0" i="0" u="none" strike="noStrike" kern="1200" cap="none">
              <a:ln>
                <a:noFill/>
              </a:ln>
              <a:latin typeface="Liberation Sans" pitchFamily="34"/>
              <a:ea typeface="David CLM" pitchFamily="2"/>
              <a:cs typeface="Liberation Sans" pitchFamily="34"/>
            </a:endParaRPr>
          </a:p>
          <a:p>
            <a:pPr marL="0" marR="0" lvl="0" indent="0" algn="r" rtl="1" hangingPunct="0">
              <a:lnSpc>
                <a:spcPct val="100000"/>
              </a:lnSpc>
              <a:spcBef>
                <a:spcPts val="0"/>
              </a:spcBef>
              <a:spcAft>
                <a:spcPts val="0"/>
              </a:spcAft>
              <a:buNone/>
              <a:tabLst/>
            </a:pPr>
            <a:r>
              <a:rPr lang="he-IL" sz="3600" b="0" i="0" u="none" strike="noStrike" kern="1200" cap="none">
                <a:ln>
                  <a:noFill/>
                </a:ln>
                <a:solidFill>
                  <a:srgbClr val="2A6099"/>
                </a:solidFill>
                <a:latin typeface="Liberation Sans" pitchFamily="34"/>
                <a:ea typeface="David CLM" pitchFamily="2"/>
                <a:cs typeface="Liberation Sans" pitchFamily="34"/>
              </a:rPr>
              <a:t>לכן, בכל שיבוץ אחר:</a:t>
            </a:r>
          </a:p>
          <a:p>
            <a:pPr lvl="0" algn="r" rtl="1" hangingPunct="0">
              <a:buSzPct val="45000"/>
              <a:buFont typeface="StarSymbol"/>
              <a:buChar char="●"/>
            </a:pPr>
            <a:r>
              <a:rPr lang="he-IL" sz="3600" b="0" i="0" u="none" strike="noStrike" kern="1200" cap="none">
                <a:ln>
                  <a:noFill/>
                </a:ln>
                <a:solidFill>
                  <a:srgbClr val="2A6099"/>
                </a:solidFill>
                <a:latin typeface="Liberation Sans" pitchFamily="34"/>
                <a:ea typeface="David CLM" pitchFamily="2"/>
                <a:cs typeface="Liberation Sans" pitchFamily="34"/>
              </a:rPr>
              <a:t>שחקן המקבל בית מרכיב-סופי </a:t>
            </a:r>
            <a:r>
              <a:rPr lang="en-US" sz="3600" b="0" i="1" u="none" strike="noStrike" kern="1200" cap="none">
                <a:ln>
                  <a:noFill/>
                </a:ln>
                <a:solidFill>
                  <a:srgbClr val="2A6099"/>
                </a:solidFill>
                <a:latin typeface="Liberation Sans" pitchFamily="34"/>
                <a:ea typeface="David CLM" pitchFamily="2"/>
                <a:cs typeface="Liberation Sans" pitchFamily="34"/>
              </a:rPr>
              <a:t>k</a:t>
            </a:r>
            <a:r>
              <a:rPr lang="en-US" sz="3600" b="0" i="0" u="none" strike="noStrike" kern="1200" cap="none">
                <a:ln>
                  <a:noFill/>
                </a:ln>
                <a:solidFill>
                  <a:srgbClr val="2A6099"/>
                </a:solidFill>
                <a:latin typeface="Liberation Sans" pitchFamily="34"/>
                <a:ea typeface="David CLM" pitchFamily="2"/>
                <a:cs typeface="Liberation Sans" pitchFamily="34"/>
              </a:rPr>
              <a:t>&lt;</a:t>
            </a:r>
            <a:r>
              <a:rPr lang="en-US" sz="3600" b="0" i="1" u="none" strike="noStrike" kern="1200" cap="none">
                <a:ln>
                  <a:noFill/>
                </a:ln>
                <a:solidFill>
                  <a:srgbClr val="2A6099"/>
                </a:solidFill>
                <a:latin typeface="Liberation Sans" pitchFamily="34"/>
                <a:ea typeface="David CLM" pitchFamily="2"/>
                <a:cs typeface="Liberation Sans" pitchFamily="34"/>
              </a:rPr>
              <a:t>j</a:t>
            </a:r>
            <a:r>
              <a:rPr lang="en-US" sz="3600">
                <a:solidFill>
                  <a:srgbClr val="2A6099"/>
                </a:solidFill>
                <a:latin typeface="Liberation Sans" pitchFamily="34"/>
                <a:ea typeface="David CLM" pitchFamily="2"/>
                <a:cs typeface="Liberation Sans" pitchFamily="34"/>
              </a:rPr>
              <a:t> </a:t>
            </a:r>
            <a:r>
              <a:rPr lang="he-IL" sz="3600">
                <a:solidFill>
                  <a:srgbClr val="2A6099"/>
                </a:solidFill>
                <a:latin typeface="Liberation Sans" pitchFamily="34"/>
                <a:ea typeface="David CLM" pitchFamily="2"/>
                <a:cs typeface="Liberation Sans" pitchFamily="34"/>
              </a:rPr>
              <a:t> </a:t>
            </a:r>
            <a:r>
              <a:rPr lang="en-US" sz="3600">
                <a:solidFill>
                  <a:srgbClr val="2A6099"/>
                </a:solidFill>
                <a:latin typeface="Liberation Sans" pitchFamily="34"/>
                <a:ea typeface="David CLM" pitchFamily="2"/>
                <a:cs typeface="Liberation Sans" pitchFamily="34"/>
              </a:rPr>
              <a:t> –</a:t>
            </a:r>
            <a:r>
              <a:rPr lang="he-IL" sz="3600">
                <a:solidFill>
                  <a:srgbClr val="2A6099"/>
                </a:solidFill>
                <a:latin typeface="Liberation Sans" pitchFamily="34"/>
                <a:ea typeface="David CLM" pitchFamily="2"/>
                <a:cs typeface="Liberation Sans" pitchFamily="34"/>
              </a:rPr>
              <a:t>מ</a:t>
            </a:r>
            <a:r>
              <a:rPr lang="en-US" sz="3600" b="0" i="0" u="none" strike="noStrike" kern="1200" cap="none">
                <a:ln>
                  <a:noFill/>
                </a:ln>
                <a:solidFill>
                  <a:srgbClr val="2A6099"/>
                </a:solidFill>
                <a:latin typeface="Liberation Sans" pitchFamily="34"/>
                <a:ea typeface="David CLM" pitchFamily="2"/>
                <a:cs typeface="Liberation Sans" pitchFamily="34"/>
              </a:rPr>
              <a:t>פסיד.</a:t>
            </a:r>
          </a:p>
          <a:p>
            <a:pPr lvl="0" algn="r" rtl="1" hangingPunct="0">
              <a:buSzPct val="45000"/>
              <a:buFont typeface="StarSymbol"/>
              <a:buChar char="●"/>
            </a:pPr>
            <a:r>
              <a:rPr lang="he-IL" sz="3600" b="0" i="0" u="none" strike="noStrike" kern="1200" cap="none">
                <a:ln>
                  <a:noFill/>
                </a:ln>
                <a:solidFill>
                  <a:srgbClr val="2A6099"/>
                </a:solidFill>
                <a:latin typeface="Liberation Sans" pitchFamily="34"/>
                <a:ea typeface="David CLM" pitchFamily="2"/>
                <a:cs typeface="Liberation Sans" pitchFamily="34"/>
              </a:rPr>
              <a:t>שחקן המקבל בית מרכיב סופי </a:t>
            </a:r>
            <a:r>
              <a:rPr lang="en-US" sz="3600" b="0" i="1" u="none" strike="noStrike" kern="1200" cap="none">
                <a:ln>
                  <a:noFill/>
                </a:ln>
                <a:solidFill>
                  <a:srgbClr val="2A6099"/>
                </a:solidFill>
                <a:latin typeface="Liberation Sans" pitchFamily="34"/>
                <a:ea typeface="David CLM" pitchFamily="2"/>
                <a:cs typeface="Liberation Sans" pitchFamily="34"/>
              </a:rPr>
              <a:t>k</a:t>
            </a:r>
            <a:r>
              <a:rPr lang="he-IL" sz="3600" b="0" i="0" u="none" strike="noStrike" kern="1200" cap="none">
                <a:ln>
                  <a:noFill/>
                </a:ln>
                <a:solidFill>
                  <a:srgbClr val="2A6099"/>
                </a:solidFill>
                <a:latin typeface="Liberation Sans" pitchFamily="34"/>
                <a:ea typeface="David CLM" pitchFamily="2"/>
                <a:cs typeface="Liberation Sans" pitchFamily="34"/>
              </a:rPr>
              <a:t> </a:t>
            </a:r>
            <a:r>
              <a:rPr lang="en-US" sz="3600">
                <a:solidFill>
                  <a:srgbClr val="2A6099"/>
                </a:solidFill>
                <a:latin typeface="Liberation Sans" pitchFamily="34"/>
                <a:ea typeface="David CLM" pitchFamily="2"/>
                <a:cs typeface="Liberation Sans" pitchFamily="34"/>
              </a:rPr>
              <a:t>– </a:t>
            </a:r>
            <a:r>
              <a:rPr lang="he-IL" sz="3600">
                <a:solidFill>
                  <a:srgbClr val="2A6099"/>
                </a:solidFill>
                <a:latin typeface="Liberation Sans" pitchFamily="34"/>
                <a:ea typeface="David CLM" pitchFamily="2"/>
                <a:cs typeface="Liberation Sans" pitchFamily="34"/>
              </a:rPr>
              <a:t> א</a:t>
            </a:r>
            <a:r>
              <a:rPr lang="en-US" sz="3600" b="0" i="0" u="none" strike="noStrike" kern="1200" cap="none">
                <a:ln>
                  <a:noFill/>
                </a:ln>
                <a:solidFill>
                  <a:srgbClr val="2A6099"/>
                </a:solidFill>
                <a:latin typeface="Liberation Sans" pitchFamily="34"/>
                <a:ea typeface="David CLM" pitchFamily="2"/>
                <a:cs typeface="Liberation Sans" pitchFamily="34"/>
              </a:rPr>
              <a:t>דיש.</a:t>
            </a:r>
          </a:p>
          <a:p>
            <a:pPr marL="0" marR="0" lvl="0" indent="0" algn="r" rtl="1" hangingPunct="0">
              <a:lnSpc>
                <a:spcPct val="100000"/>
              </a:lnSpc>
              <a:spcBef>
                <a:spcPts val="0"/>
              </a:spcBef>
              <a:spcAft>
                <a:spcPts val="0"/>
              </a:spcAft>
              <a:buSzPct val="45000"/>
              <a:buFont typeface="StarSymbol"/>
              <a:buChar char="●"/>
              <a:tabLst/>
            </a:pPr>
            <a:r>
              <a:rPr lang="he-IL" sz="3600" b="0" i="0" u="none" strike="noStrike" kern="1200" cap="none">
                <a:ln>
                  <a:noFill/>
                </a:ln>
                <a:solidFill>
                  <a:srgbClr val="2A6099"/>
                </a:solidFill>
                <a:latin typeface="Liberation Sans" pitchFamily="34"/>
                <a:ea typeface="David CLM" pitchFamily="2"/>
                <a:cs typeface="Liberation Sans" pitchFamily="34"/>
              </a:rPr>
              <a:t>אם שחקן כלשהו מקבל בית מרכיב-סופי </a:t>
            </a:r>
            <a:r>
              <a:rPr lang="en-US" sz="3600" b="0" i="1" u="none" strike="noStrike" kern="1200" cap="none">
                <a:ln>
                  <a:noFill/>
                </a:ln>
                <a:solidFill>
                  <a:srgbClr val="2A6099"/>
                </a:solidFill>
                <a:latin typeface="Liberation Sans" pitchFamily="34"/>
                <a:ea typeface="David CLM" pitchFamily="2"/>
                <a:cs typeface="Liberation Sans" pitchFamily="34"/>
              </a:rPr>
              <a:t>k</a:t>
            </a:r>
            <a:r>
              <a:rPr lang="en-US" sz="3600" b="0" i="0" u="none" strike="noStrike" kern="1200" cap="none">
                <a:ln>
                  <a:noFill/>
                </a:ln>
                <a:solidFill>
                  <a:srgbClr val="2A6099"/>
                </a:solidFill>
                <a:latin typeface="Liberation Sans" pitchFamily="34"/>
                <a:ea typeface="David CLM" pitchFamily="2"/>
                <a:cs typeface="Liberation Sans" pitchFamily="34"/>
              </a:rPr>
              <a:t>&gt;</a:t>
            </a:r>
            <a:r>
              <a:rPr lang="en-US" sz="3600" b="0" i="1" u="none" strike="noStrike" kern="1200" cap="none">
                <a:ln>
                  <a:noFill/>
                </a:ln>
                <a:solidFill>
                  <a:srgbClr val="2A6099"/>
                </a:solidFill>
                <a:latin typeface="Liberation Sans" pitchFamily="34"/>
                <a:ea typeface="David CLM" pitchFamily="2"/>
                <a:cs typeface="Liberation Sans" pitchFamily="34"/>
              </a:rPr>
              <a:t>j</a:t>
            </a:r>
            <a:r>
              <a:rPr lang="he-IL" sz="3600" b="0" i="0" u="none" strike="noStrike" kern="1200" cap="none">
                <a:ln>
                  <a:noFill/>
                </a:ln>
                <a:solidFill>
                  <a:srgbClr val="2A6099"/>
                </a:solidFill>
                <a:latin typeface="Liberation Sans" pitchFamily="34"/>
                <a:ea typeface="David CLM" pitchFamily="2"/>
                <a:cs typeface="Liberation Sans" pitchFamily="34"/>
              </a:rPr>
              <a:t>, </a:t>
            </a:r>
            <a:br>
              <a:rPr lang="en-US" sz="3600" b="0" i="0" u="none" strike="noStrike" kern="1200" cap="none">
                <a:ln>
                  <a:noFill/>
                </a:ln>
                <a:solidFill>
                  <a:srgbClr val="2A6099"/>
                </a:solidFill>
                <a:latin typeface="Liberation Sans" pitchFamily="34"/>
                <a:ea typeface="David CLM" pitchFamily="2"/>
                <a:cs typeface="Liberation Sans" pitchFamily="34"/>
              </a:rPr>
            </a:br>
            <a:r>
              <a:rPr lang="en-US" sz="3600" b="0" i="0" u="none" strike="noStrike" kern="1200" cap="none">
                <a:ln>
                  <a:noFill/>
                </a:ln>
                <a:solidFill>
                  <a:srgbClr val="2A6099"/>
                </a:solidFill>
                <a:latin typeface="Liberation Sans" pitchFamily="34"/>
                <a:ea typeface="David CLM" pitchFamily="2"/>
                <a:cs typeface="Liberation Sans" pitchFamily="34"/>
              </a:rPr>
              <a:t>אז בהכרח שחקן אחר כלשהו מפסיד.</a:t>
            </a:r>
            <a:br>
              <a:rPr lang="en-US" sz="3600" b="0" i="0" u="none" strike="noStrike" kern="1200" cap="none">
                <a:ln>
                  <a:noFill/>
                </a:ln>
                <a:solidFill>
                  <a:srgbClr val="2A6099"/>
                </a:solidFill>
                <a:latin typeface="Liberation Sans" pitchFamily="34"/>
                <a:ea typeface="David CLM" pitchFamily="2"/>
                <a:cs typeface="Liberation Sans" pitchFamily="34"/>
              </a:rPr>
            </a:br>
            <a:endParaRPr lang="en-US" sz="3600" b="0" i="0" u="none" strike="noStrike" kern="1200" cap="none">
              <a:ln>
                <a:noFill/>
              </a:ln>
              <a:solidFill>
                <a:srgbClr val="2A6099"/>
              </a:solidFill>
              <a:latin typeface="Liberation Sans" pitchFamily="34"/>
              <a:ea typeface="David CLM" pitchFamily="2"/>
              <a:cs typeface="Liberation Sans" pitchFamily="34"/>
            </a:endParaRPr>
          </a:p>
          <a:p>
            <a:pPr marL="0" marR="0" lvl="0" indent="0" algn="r" rtl="1" hangingPunct="0">
              <a:lnSpc>
                <a:spcPct val="100000"/>
              </a:lnSpc>
              <a:spcBef>
                <a:spcPts val="0"/>
              </a:spcBef>
              <a:spcAft>
                <a:spcPts val="0"/>
              </a:spcAft>
              <a:buSzPct val="45000"/>
              <a:buFont typeface="StarSymbol"/>
              <a:buChar char="●"/>
              <a:tabLst/>
            </a:pPr>
            <a:r>
              <a:rPr lang="he-IL" sz="3600" b="0" i="0" u="none" strike="noStrike" kern="1200" cap="none">
                <a:ln>
                  <a:noFill/>
                </a:ln>
                <a:solidFill>
                  <a:srgbClr val="069A2E"/>
                </a:solidFill>
                <a:latin typeface="Liberation Sans" pitchFamily="34"/>
                <a:ea typeface="David CLM" pitchFamily="2"/>
                <a:cs typeface="Liberation Sans" pitchFamily="34"/>
              </a:rPr>
              <a:t>לכן לא קיים שיפור פארטו.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page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0A534-CA72-FB3B-C200-E357A65DA262}"/>
              </a:ext>
            </a:extLst>
          </p:cNvPr>
          <p:cNvSpPr txBox="1">
            <a:spLocks noGrp="1"/>
          </p:cNvSpPr>
          <p:nvPr>
            <p:ph type="title" idx="4294967295"/>
          </p:nvPr>
        </p:nvSpPr>
        <p:spPr>
          <a:xfrm>
            <a:off x="-91440" y="29880"/>
            <a:ext cx="10241279" cy="1250280"/>
          </a:xfrm>
        </p:spPr>
        <p:txBody>
          <a:bodyPr vert="horz"/>
          <a:lstStyle/>
          <a:p>
            <a:pPr lvl="0" rtl="1"/>
            <a:r>
              <a:rPr lang="he-IL" b="1">
                <a:latin typeface="Liberation Sans" pitchFamily="34"/>
                <a:cs typeface="Liberation Sans" pitchFamily="34"/>
              </a:rPr>
              <a:t>יציבות חלשה</a:t>
            </a:r>
          </a:p>
        </p:txBody>
      </p:sp>
      <p:sp>
        <p:nvSpPr>
          <p:cNvPr id="3" name="TextBox 2">
            <a:extLst>
              <a:ext uri="{FF2B5EF4-FFF2-40B4-BE49-F238E27FC236}">
                <a16:creationId xmlns:a16="http://schemas.microsoft.com/office/drawing/2014/main" id="{CC4A3293-527D-ED17-1D90-6F870B52ED18}"/>
              </a:ext>
            </a:extLst>
          </p:cNvPr>
          <p:cNvSpPr txBox="1"/>
          <p:nvPr/>
        </p:nvSpPr>
        <p:spPr>
          <a:xfrm>
            <a:off x="104774" y="1134720"/>
            <a:ext cx="9975225" cy="4219766"/>
          </a:xfrm>
          <a:prstGeom prst="rect">
            <a:avLst/>
          </a:prstGeom>
          <a:noFill/>
          <a:ln>
            <a:noFill/>
          </a:ln>
        </p:spPr>
        <p:txBody>
          <a:bodyPr vert="horz" wrap="square" lIns="90000" tIns="45000" rIns="90000" bIns="45000" anchorCtr="0" compatLnSpc="0">
            <a:spAutoFit/>
          </a:bodyPr>
          <a:lstStyle/>
          <a:p>
            <a:pPr marL="0" marR="0" lvl="0" indent="0" algn="r" rtl="1" hangingPunct="0">
              <a:lnSpc>
                <a:spcPct val="100000"/>
              </a:lnSpc>
              <a:spcBef>
                <a:spcPts val="0"/>
              </a:spcBef>
              <a:spcAft>
                <a:spcPts val="0"/>
              </a:spcAft>
              <a:buNone/>
              <a:tabLst/>
            </a:pPr>
            <a:r>
              <a:rPr lang="he-IL" sz="4000" b="0" i="1" u="none" strike="noStrike" kern="1200" cap="none">
                <a:ln>
                  <a:noFill/>
                </a:ln>
                <a:solidFill>
                  <a:srgbClr val="0000CC"/>
                </a:solidFill>
                <a:latin typeface="Liberation Sans" pitchFamily="34"/>
                <a:ea typeface="Noto Sans CJK SC Regular" pitchFamily="2"/>
                <a:cs typeface="Liberation Sans" pitchFamily="34"/>
              </a:rPr>
              <a:t>הגדרות</a:t>
            </a:r>
            <a:r>
              <a:rPr lang="en-US" sz="4000" b="0" i="0" u="none" strike="noStrike" kern="1200" cap="none">
                <a:ln>
                  <a:noFill/>
                </a:ln>
                <a:solidFill>
                  <a:srgbClr val="0000CC"/>
                </a:solidFill>
                <a:latin typeface="Liberation Sans" pitchFamily="34"/>
                <a:ea typeface="Noto Sans CJK SC Regular" pitchFamily="2"/>
                <a:cs typeface="Liberation Sans" pitchFamily="34"/>
              </a:rPr>
              <a:t>:</a:t>
            </a:r>
          </a:p>
          <a:p>
            <a:pPr marL="0" marR="0" lvl="0" indent="0" algn="r" rtl="1" hangingPunct="0">
              <a:lnSpc>
                <a:spcPct val="100000"/>
              </a:lnSpc>
              <a:spcBef>
                <a:spcPts val="0"/>
              </a:spcBef>
              <a:spcAft>
                <a:spcPts val="0"/>
              </a:spcAft>
              <a:buSzPct val="45000"/>
              <a:buFont typeface="StarSymbol"/>
              <a:buChar char="●"/>
              <a:tabLst/>
            </a:pPr>
            <a:r>
              <a:rPr lang="he-IL" sz="4000" b="1" i="0" u="none" strike="noStrike" kern="1200" cap="none">
                <a:ln>
                  <a:noFill/>
                </a:ln>
                <a:solidFill>
                  <a:srgbClr val="0000CC"/>
                </a:solidFill>
                <a:latin typeface="Liberation Sans" pitchFamily="34"/>
                <a:ea typeface="Noto Sans CJK SC Regular" pitchFamily="2"/>
                <a:cs typeface="Liberation Sans" pitchFamily="34"/>
              </a:rPr>
              <a:t>קואליציה מערערת חזק</a:t>
            </a:r>
            <a:r>
              <a:rPr lang="en-US" sz="4000" b="0" i="0" u="none" strike="noStrike" kern="1200" cap="none">
                <a:ln>
                  <a:noFill/>
                </a:ln>
                <a:solidFill>
                  <a:srgbClr val="0000CC"/>
                </a:solidFill>
                <a:latin typeface="Liberation Sans" pitchFamily="34"/>
                <a:ea typeface="Noto Sans CJK SC Regular" pitchFamily="2"/>
                <a:cs typeface="Liberation Sans" pitchFamily="34"/>
              </a:rPr>
              <a:t> = קבוצת משתתפים שיכולה לפרוש ולבצע החלפה שהיא </a:t>
            </a:r>
            <a:r>
              <a:rPr lang="he-IL" sz="4000" b="0" i="1" u="none" strike="noStrike" kern="1200" cap="none">
                <a:ln>
                  <a:noFill/>
                </a:ln>
                <a:solidFill>
                  <a:srgbClr val="0000CC"/>
                </a:solidFill>
                <a:latin typeface="Liberation Sans" pitchFamily="34"/>
                <a:ea typeface="Noto Sans CJK SC Regular" pitchFamily="2"/>
                <a:cs typeface="Liberation Sans" pitchFamily="34"/>
              </a:rPr>
              <a:t>טובה יותר </a:t>
            </a:r>
            <a:r>
              <a:rPr lang="he-IL" sz="4000" b="0" i="0" u="none" strike="noStrike" kern="1200" cap="none">
                <a:ln>
                  <a:noFill/>
                </a:ln>
                <a:solidFill>
                  <a:srgbClr val="0000CC"/>
                </a:solidFill>
                <a:latin typeface="Liberation Sans" pitchFamily="34"/>
                <a:ea typeface="Noto Sans CJK SC Regular" pitchFamily="2"/>
                <a:cs typeface="Liberation Sans" pitchFamily="34"/>
              </a:rPr>
              <a:t>לכל חברי הקבוצה.</a:t>
            </a:r>
          </a:p>
          <a:p>
            <a:pPr marL="0" marR="0" lvl="0" indent="0" algn="r" rtl="1" hangingPunct="0">
              <a:lnSpc>
                <a:spcPct val="100000"/>
              </a:lnSpc>
              <a:spcBef>
                <a:spcPts val="0"/>
              </a:spcBef>
              <a:spcAft>
                <a:spcPts val="0"/>
              </a:spcAft>
              <a:buSzPct val="45000"/>
              <a:buFont typeface="StarSymbol"/>
              <a:buChar char="●"/>
              <a:tabLst/>
            </a:pPr>
            <a:r>
              <a:rPr lang="he-IL" sz="4000" b="1" i="0" u="none" strike="noStrike" kern="1200" cap="none">
                <a:ln>
                  <a:noFill/>
                </a:ln>
                <a:solidFill>
                  <a:srgbClr val="0000CC"/>
                </a:solidFill>
                <a:latin typeface="Liberation Sans" pitchFamily="34"/>
                <a:ea typeface="Noto Sans CJK SC Regular" pitchFamily="2"/>
                <a:cs typeface="Liberation Sans" pitchFamily="34"/>
              </a:rPr>
              <a:t>שיבוץ יציב-חלש</a:t>
            </a:r>
            <a:r>
              <a:rPr lang="en-US" sz="4000" b="0" i="0" u="none" strike="noStrike" kern="1200" cap="none">
                <a:ln>
                  <a:noFill/>
                </a:ln>
                <a:solidFill>
                  <a:srgbClr val="0000CC"/>
                </a:solidFill>
                <a:latin typeface="Liberation Sans" pitchFamily="34"/>
                <a:ea typeface="Noto Sans CJK SC Regular" pitchFamily="2"/>
                <a:cs typeface="Liberation Sans" pitchFamily="34"/>
              </a:rPr>
              <a:t> (weak core allocation) = שיבוץ שבו אין קואליציה מערערת-חזק.</a:t>
            </a:r>
            <a:br>
              <a:rPr lang="en-US" sz="4000" b="0" i="0" u="none" strike="noStrike" kern="1200" cap="none">
                <a:ln>
                  <a:noFill/>
                </a:ln>
                <a:solidFill>
                  <a:srgbClr val="0000CC"/>
                </a:solidFill>
                <a:latin typeface="Liberation Sans" pitchFamily="34"/>
                <a:ea typeface="Noto Sans CJK SC Regular" pitchFamily="2"/>
                <a:cs typeface="Liberation Sans" pitchFamily="34"/>
              </a:rPr>
            </a:br>
            <a:r>
              <a:rPr lang="he-IL" sz="4000" b="0" i="1" u="none" strike="noStrike" kern="1200" cap="none">
                <a:ln>
                  <a:noFill/>
                </a:ln>
                <a:solidFill>
                  <a:srgbClr val="009900"/>
                </a:solidFill>
                <a:latin typeface="Liberation Sans" pitchFamily="34"/>
                <a:ea typeface="Noto Sans CJK SC Regular" pitchFamily="2"/>
                <a:cs typeface="Liberation Sans" pitchFamily="34"/>
              </a:rPr>
              <a:t>יציבות חלשה </a:t>
            </a:r>
            <a:r>
              <a:rPr lang="en-US" sz="4000" b="0" i="1" u="none" strike="noStrike" kern="1200" cap="none">
                <a:ln>
                  <a:noFill/>
                </a:ln>
                <a:solidFill>
                  <a:srgbClr val="009900"/>
                </a:solidFill>
                <a:latin typeface="Liberation Sans" pitchFamily="34"/>
                <a:ea typeface="Liberation Sans" pitchFamily="34"/>
                <a:cs typeface="Liberation Sans" pitchFamily="34"/>
              </a:rPr>
              <a:t>←</a:t>
            </a:r>
            <a:r>
              <a:rPr lang="en-US" sz="4000" b="0" i="1" u="none" strike="noStrike" kern="1200" cap="none">
                <a:ln>
                  <a:noFill/>
                </a:ln>
                <a:solidFill>
                  <a:srgbClr val="009900"/>
                </a:solidFill>
                <a:latin typeface="Liberation Sans" pitchFamily="34"/>
                <a:ea typeface="Noto Sans CJK SC Regular" pitchFamily="2"/>
                <a:cs typeface="Liberation Sans" pitchFamily="34"/>
              </a:rPr>
              <a:t> עידוד השתתפות.</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entr" fill="hold" grpId="1"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fill="hold" grpId="1"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fill="hold" grpId="1"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build="p"/>
    </p:bldLst>
  </p:timing>
</p:sld>
</file>

<file path=ppt/slides/slide21.xml><?xml version="1.0" encoding="utf-8"?>
<p:sld xmlns:a="http://schemas.openxmlformats.org/drawingml/2006/main" xmlns:r="http://schemas.openxmlformats.org/officeDocument/2006/relationships" xmlns:p="http://schemas.openxmlformats.org/presentationml/2006/main">
  <p:cSld name="page2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71AE9-C23F-1035-86B5-CB992E4143EB}"/>
              </a:ext>
            </a:extLst>
          </p:cNvPr>
          <p:cNvSpPr txBox="1">
            <a:spLocks noGrp="1"/>
          </p:cNvSpPr>
          <p:nvPr>
            <p:ph type="title" idx="4294967295"/>
          </p:nvPr>
        </p:nvSpPr>
        <p:spPr>
          <a:xfrm>
            <a:off x="592560" y="0"/>
            <a:ext cx="8734319" cy="914400"/>
          </a:xfrm>
        </p:spPr>
        <p:txBody>
          <a:bodyPr vert="horz"/>
          <a:lstStyle/>
          <a:p>
            <a:pPr lvl="0" rtl="1"/>
            <a:r>
              <a:rPr lang="he-IL" b="1">
                <a:latin typeface="Liberation Sans" pitchFamily="34"/>
                <a:cs typeface="Liberation Sans" pitchFamily="34"/>
              </a:rPr>
              <a:t>אלגוריתם סבן-סתורמן - יציבות</a:t>
            </a:r>
          </a:p>
        </p:txBody>
      </p:sp>
      <p:sp>
        <p:nvSpPr>
          <p:cNvPr id="3" name="TextBox 2">
            <a:extLst>
              <a:ext uri="{FF2B5EF4-FFF2-40B4-BE49-F238E27FC236}">
                <a16:creationId xmlns:a16="http://schemas.microsoft.com/office/drawing/2014/main" id="{C2712530-870A-9F2E-3B08-08DC16DED9BE}"/>
              </a:ext>
            </a:extLst>
          </p:cNvPr>
          <p:cNvSpPr txBox="1"/>
          <p:nvPr/>
        </p:nvSpPr>
        <p:spPr>
          <a:xfrm>
            <a:off x="0" y="914400"/>
            <a:ext cx="10080000" cy="5943600"/>
          </a:xfrm>
          <a:prstGeom prst="rect">
            <a:avLst/>
          </a:prstGeom>
          <a:noFill/>
          <a:ln>
            <a:noFill/>
          </a:ln>
        </p:spPr>
        <p:txBody>
          <a:bodyPr vert="horz" wrap="square" lIns="90000" tIns="45000" rIns="90000" bIns="45000" anchorCtr="0" compatLnSpc="0">
            <a:spAutoFit/>
          </a:bodyPr>
          <a:lstStyle/>
          <a:p>
            <a:pPr marL="0" marR="0" lvl="0" indent="0" algn="r" rtl="1" hangingPunct="0">
              <a:lnSpc>
                <a:spcPct val="100000"/>
              </a:lnSpc>
              <a:spcBef>
                <a:spcPts val="0"/>
              </a:spcBef>
              <a:spcAft>
                <a:spcPts val="0"/>
              </a:spcAft>
              <a:buNone/>
              <a:tabLst/>
            </a:pPr>
            <a:r>
              <a:rPr lang="he-IL" sz="3600" b="1" i="0" u="none" strike="noStrike" kern="1200" cap="none">
                <a:ln>
                  <a:noFill/>
                </a:ln>
                <a:solidFill>
                  <a:srgbClr val="009933"/>
                </a:solidFill>
                <a:latin typeface="Liberation Sans" pitchFamily="34"/>
                <a:ea typeface="David CLM" pitchFamily="2"/>
                <a:cs typeface="Liberation Sans" pitchFamily="34"/>
              </a:rPr>
              <a:t>משפט</a:t>
            </a:r>
            <a:r>
              <a:rPr lang="en-US" sz="3600" b="0" i="0" u="none" strike="noStrike" kern="1200" cap="none">
                <a:ln>
                  <a:noFill/>
                </a:ln>
                <a:solidFill>
                  <a:srgbClr val="009933"/>
                </a:solidFill>
                <a:latin typeface="Liberation Sans" pitchFamily="34"/>
                <a:ea typeface="David CLM" pitchFamily="2"/>
                <a:cs typeface="Liberation Sans" pitchFamily="34"/>
              </a:rPr>
              <a:t>: האלגוריתם מוצא שיבוץ יציב-חלש.</a:t>
            </a:r>
          </a:p>
          <a:p>
            <a:pPr marL="0" marR="0" lvl="0" indent="0" algn="r" rtl="1" hangingPunct="0">
              <a:lnSpc>
                <a:spcPct val="100000"/>
              </a:lnSpc>
              <a:spcBef>
                <a:spcPts val="0"/>
              </a:spcBef>
              <a:spcAft>
                <a:spcPts val="0"/>
              </a:spcAft>
              <a:buNone/>
              <a:tabLst/>
            </a:pPr>
            <a:endParaRPr lang="en-US" sz="3600" b="0" i="0" u="none" strike="noStrike" kern="1200" cap="none">
              <a:ln>
                <a:noFill/>
              </a:ln>
              <a:solidFill>
                <a:srgbClr val="009933"/>
              </a:solidFill>
              <a:latin typeface="Liberation Sans" pitchFamily="34"/>
              <a:ea typeface="David CLM" pitchFamily="2"/>
              <a:cs typeface="Liberation Sans" pitchFamily="34"/>
            </a:endParaRPr>
          </a:p>
          <a:p>
            <a:pPr marL="0" marR="0" lvl="0" indent="0" algn="r" rtl="1" hangingPunct="0">
              <a:lnSpc>
                <a:spcPct val="100000"/>
              </a:lnSpc>
              <a:spcBef>
                <a:spcPts val="0"/>
              </a:spcBef>
              <a:spcAft>
                <a:spcPts val="0"/>
              </a:spcAft>
              <a:buNone/>
              <a:tabLst/>
            </a:pPr>
            <a:r>
              <a:rPr lang="he-IL" sz="3600" b="1" i="0" u="none" strike="noStrike" kern="1200" cap="none">
                <a:ln>
                  <a:noFill/>
                </a:ln>
                <a:latin typeface="Liberation Sans" pitchFamily="34"/>
                <a:ea typeface="David CLM" pitchFamily="2"/>
                <a:cs typeface="Liberation Sans" pitchFamily="34"/>
              </a:rPr>
              <a:t>הוכחה</a:t>
            </a:r>
            <a:r>
              <a:rPr lang="en-US" sz="3600" b="0" i="0" u="none" strike="noStrike" kern="1200" cap="none">
                <a:ln>
                  <a:noFill/>
                </a:ln>
                <a:latin typeface="Liberation Sans" pitchFamily="34"/>
                <a:ea typeface="David CLM" pitchFamily="2"/>
                <a:cs typeface="Liberation Sans" pitchFamily="34"/>
              </a:rPr>
              <a:t>: נניח שקבוצת</a:t>
            </a:r>
            <a:r>
              <a:rPr lang="he-IL" sz="3600" b="0" i="0" u="none" strike="noStrike" kern="1200" cap="none">
                <a:ln>
                  <a:noFill/>
                </a:ln>
                <a:latin typeface="Liberation Sans" pitchFamily="34"/>
                <a:ea typeface="David CLM" pitchFamily="2"/>
                <a:cs typeface="Liberation Sans" pitchFamily="34"/>
              </a:rPr>
              <a:t> "</a:t>
            </a:r>
            <a:r>
              <a:rPr lang="en-US" sz="3600" b="0" i="0" u="none" strike="noStrike" kern="1200" cap="none">
                <a:ln>
                  <a:noFill/>
                </a:ln>
                <a:latin typeface="Liberation Sans" pitchFamily="34"/>
                <a:ea typeface="David CLM" pitchFamily="2"/>
                <a:cs typeface="Liberation Sans" pitchFamily="34"/>
              </a:rPr>
              <a:t>הבדלנים</a:t>
            </a:r>
            <a:r>
              <a:rPr lang="he-IL" sz="3600" b="0" i="0" u="none" strike="noStrike" kern="1200" cap="none">
                <a:ln>
                  <a:noFill/>
                </a:ln>
                <a:latin typeface="Liberation Sans" pitchFamily="34"/>
                <a:ea typeface="David CLM" pitchFamily="2"/>
                <a:cs typeface="Liberation Sans" pitchFamily="34"/>
              </a:rPr>
              <a:t>" </a:t>
            </a:r>
            <a:r>
              <a:rPr lang="en-US" sz="3600" b="0" i="0" u="none" strike="noStrike" kern="1200" cap="none">
                <a:ln>
                  <a:noFill/>
                </a:ln>
                <a:latin typeface="Liberation Sans" pitchFamily="34"/>
                <a:ea typeface="David CLM" pitchFamily="2"/>
                <a:cs typeface="Liberation Sans" pitchFamily="34"/>
              </a:rPr>
              <a:t>שוקלת לפרוש.</a:t>
            </a:r>
          </a:p>
          <a:p>
            <a:pPr marL="0" marR="0" lvl="0" indent="0" algn="r" rtl="1" hangingPunct="0">
              <a:lnSpc>
                <a:spcPct val="100000"/>
              </a:lnSpc>
              <a:spcBef>
                <a:spcPts val="0"/>
              </a:spcBef>
              <a:spcAft>
                <a:spcPts val="0"/>
              </a:spcAft>
              <a:buNone/>
              <a:tabLst/>
            </a:pPr>
            <a:r>
              <a:rPr lang="he-IL" sz="3600" b="0" i="0" u="none" strike="noStrike" kern="1200" cap="none">
                <a:ln>
                  <a:noFill/>
                </a:ln>
                <a:solidFill>
                  <a:srgbClr val="2A6099"/>
                </a:solidFill>
                <a:latin typeface="Liberation Sans" pitchFamily="34"/>
                <a:ea typeface="David CLM" pitchFamily="2"/>
                <a:cs typeface="Liberation Sans" pitchFamily="34"/>
              </a:rPr>
              <a:t>שיבוץ א = השיבוץ לבדלנים כשהם לא פורשים.</a:t>
            </a:r>
          </a:p>
          <a:p>
            <a:pPr marL="0" marR="0" lvl="0" indent="0" algn="r" rtl="1" hangingPunct="0">
              <a:lnSpc>
                <a:spcPct val="100000"/>
              </a:lnSpc>
              <a:spcBef>
                <a:spcPts val="0"/>
              </a:spcBef>
              <a:spcAft>
                <a:spcPts val="0"/>
              </a:spcAft>
              <a:buNone/>
              <a:tabLst/>
            </a:pPr>
            <a:r>
              <a:rPr lang="he-IL" sz="3600" b="0" i="0" u="none" strike="noStrike" kern="1200" cap="none">
                <a:ln>
                  <a:noFill/>
                </a:ln>
                <a:solidFill>
                  <a:srgbClr val="FF0000"/>
                </a:solidFill>
                <a:latin typeface="Liberation Sans" pitchFamily="34"/>
                <a:ea typeface="David CLM" pitchFamily="2"/>
                <a:cs typeface="Liberation Sans" pitchFamily="34"/>
              </a:rPr>
              <a:t>שיבוץ ב = השיבוץ לבדלנים כשהם כן פורשים.</a:t>
            </a:r>
          </a:p>
          <a:p>
            <a:pPr marL="0" marR="0" lvl="0" indent="0" algn="r" rtl="1" hangingPunct="0">
              <a:lnSpc>
                <a:spcPct val="100000"/>
              </a:lnSpc>
              <a:spcBef>
                <a:spcPts val="0"/>
              </a:spcBef>
              <a:spcAft>
                <a:spcPts val="0"/>
              </a:spcAft>
              <a:buNone/>
              <a:tabLst/>
            </a:pPr>
            <a:r>
              <a:rPr lang="he-IL" sz="3600" b="0" i="0" u="none" strike="noStrike" kern="1200" cap="none">
                <a:ln>
                  <a:noFill/>
                </a:ln>
                <a:latin typeface="Liberation Sans" pitchFamily="34"/>
                <a:ea typeface="David CLM" pitchFamily="2"/>
                <a:cs typeface="Liberation Sans" pitchFamily="34"/>
              </a:rPr>
              <a:t>יהי </a:t>
            </a:r>
            <a:r>
              <a:rPr lang="en-US" sz="3600" b="0" i="1" u="none" strike="noStrike" kern="1200" cap="none">
                <a:ln>
                  <a:noFill/>
                </a:ln>
                <a:latin typeface="Times New Roman" pitchFamily="18"/>
                <a:ea typeface="David CLM" pitchFamily="2"/>
                <a:cs typeface="Liberation Sans" pitchFamily="34"/>
              </a:rPr>
              <a:t>k</a:t>
            </a:r>
            <a:r>
              <a:rPr lang="he-IL" sz="3600" b="0" i="0" u="none" strike="noStrike" kern="1200" cap="none">
                <a:ln>
                  <a:noFill/>
                </a:ln>
                <a:latin typeface="Liberation Sans" pitchFamily="34"/>
                <a:ea typeface="David CLM" pitchFamily="2"/>
                <a:cs typeface="Liberation Sans" pitchFamily="34"/>
              </a:rPr>
              <a:t> </a:t>
            </a:r>
            <a:r>
              <a:rPr lang="en-US" sz="3600" b="0" i="0" u="none" strike="noStrike" kern="1200" cap="none">
                <a:ln>
                  <a:noFill/>
                </a:ln>
                <a:latin typeface="Liberation Sans" pitchFamily="34"/>
                <a:ea typeface="David CLM" pitchFamily="2"/>
                <a:cs typeface="Liberation Sans" pitchFamily="34"/>
              </a:rPr>
              <a:t>הקטן ביותר כך שיש בדלן מרכיב-סופי </a:t>
            </a:r>
            <a:r>
              <a:rPr lang="en-US" sz="3600" b="0" i="1" u="none" strike="noStrike" kern="1200" cap="none">
                <a:ln>
                  <a:noFill/>
                </a:ln>
                <a:latin typeface="Times New Roman" pitchFamily="18"/>
                <a:ea typeface="David CLM" pitchFamily="2"/>
                <a:cs typeface="Liberation Sans" pitchFamily="34"/>
              </a:rPr>
              <a:t>k</a:t>
            </a:r>
            <a:r>
              <a:rPr lang="he-IL" sz="3600" b="0" i="0" u="none" strike="noStrike" kern="1200" cap="none">
                <a:ln>
                  <a:noFill/>
                </a:ln>
                <a:latin typeface="Liberation Sans" pitchFamily="34"/>
                <a:ea typeface="David CLM" pitchFamily="2"/>
                <a:cs typeface="Liberation Sans" pitchFamily="34"/>
              </a:rPr>
              <a:t>.</a:t>
            </a:r>
            <a:endParaRPr lang="en-US" sz="3600" b="0" i="0" u="none" strike="noStrike" kern="1200" cap="none">
              <a:ln>
                <a:noFill/>
              </a:ln>
              <a:latin typeface="Liberation Sans" pitchFamily="34"/>
              <a:ea typeface="David CLM" pitchFamily="2"/>
              <a:cs typeface="Liberation Sans" pitchFamily="34"/>
            </a:endParaRPr>
          </a:p>
          <a:p>
            <a:pPr marL="0" marR="0" lvl="0" indent="0" algn="r" rtl="1" hangingPunct="0">
              <a:lnSpc>
                <a:spcPct val="100000"/>
              </a:lnSpc>
              <a:spcBef>
                <a:spcPts val="0"/>
              </a:spcBef>
              <a:spcAft>
                <a:spcPts val="0"/>
              </a:spcAft>
              <a:buNone/>
              <a:tabLst/>
            </a:pPr>
            <a:r>
              <a:rPr lang="he-IL" sz="3600" b="0" i="0" u="none" strike="noStrike" kern="1200" cap="none">
                <a:ln>
                  <a:noFill/>
                </a:ln>
                <a:solidFill>
                  <a:srgbClr val="FF0000"/>
                </a:solidFill>
                <a:latin typeface="Liberation Sans" pitchFamily="34"/>
                <a:ea typeface="David CLM" pitchFamily="2"/>
                <a:cs typeface="Liberation Sans" pitchFamily="34"/>
              </a:rPr>
              <a:t>בשיבוץ ב, הבדלן הזה מקבל בית השייך לבדלן אחֵר.</a:t>
            </a:r>
          </a:p>
          <a:p>
            <a:pPr marL="0" marR="0" lvl="0" indent="0" algn="r" rtl="1" hangingPunct="0">
              <a:lnSpc>
                <a:spcPct val="100000"/>
              </a:lnSpc>
              <a:spcBef>
                <a:spcPts val="0"/>
              </a:spcBef>
              <a:spcAft>
                <a:spcPts val="0"/>
              </a:spcAft>
              <a:buNone/>
              <a:tabLst/>
            </a:pPr>
            <a:r>
              <a:rPr lang="he-IL" sz="3600" b="0" i="0" u="none" strike="noStrike" kern="1200" cap="none">
                <a:ln>
                  <a:noFill/>
                </a:ln>
                <a:solidFill>
                  <a:srgbClr val="2A6099"/>
                </a:solidFill>
                <a:latin typeface="Liberation Sans" pitchFamily="34"/>
                <a:ea typeface="David CLM" pitchFamily="2"/>
                <a:cs typeface="Liberation Sans" pitchFamily="34"/>
              </a:rPr>
              <a:t>בשיבוץ א, הבית הזה שייך לרכיב סופי כלשהו </a:t>
            </a:r>
            <a:r>
              <a:rPr lang="en-US" sz="3600" b="0" i="1" u="none" strike="noStrike" kern="1200" cap="none">
                <a:ln>
                  <a:noFill/>
                </a:ln>
                <a:solidFill>
                  <a:srgbClr val="2A6099"/>
                </a:solidFill>
                <a:latin typeface="Times New Roman" pitchFamily="18"/>
                <a:ea typeface="David CLM" pitchFamily="2"/>
                <a:cs typeface="Liberation Sans" pitchFamily="34"/>
              </a:rPr>
              <a:t>k</a:t>
            </a:r>
            <a:r>
              <a:rPr lang="en-US" sz="3600" b="0" i="0" u="none" strike="noStrike" kern="1200" cap="none">
                <a:ln>
                  <a:noFill/>
                </a:ln>
                <a:solidFill>
                  <a:srgbClr val="2A6099"/>
                </a:solidFill>
                <a:latin typeface="Times New Roman" pitchFamily="18"/>
                <a:ea typeface="David CLM" pitchFamily="2"/>
                <a:cs typeface="Liberation Sans" pitchFamily="34"/>
              </a:rPr>
              <a:t> </a:t>
            </a:r>
            <a:r>
              <a:rPr lang="en-US" sz="3600" b="0" i="0" u="none" strike="noStrike" kern="1200" cap="none">
                <a:ln>
                  <a:noFill/>
                </a:ln>
                <a:solidFill>
                  <a:srgbClr val="2A6099"/>
                </a:solidFill>
                <a:latin typeface="Times New Roman" pitchFamily="18"/>
                <a:ea typeface="Liberation Sans" pitchFamily="34"/>
                <a:cs typeface="Liberation Sans" pitchFamily="34"/>
              </a:rPr>
              <a:t>≤</a:t>
            </a:r>
            <a:r>
              <a:rPr lang="en-US" sz="3600" b="0" i="0" u="none" strike="noStrike" kern="1200" cap="none">
                <a:ln>
                  <a:noFill/>
                </a:ln>
                <a:solidFill>
                  <a:srgbClr val="2A6099"/>
                </a:solidFill>
                <a:latin typeface="Times New Roman" pitchFamily="18"/>
                <a:ea typeface="David CLM" pitchFamily="2"/>
                <a:cs typeface="Liberation Sans" pitchFamily="34"/>
              </a:rPr>
              <a:t> </a:t>
            </a:r>
            <a:r>
              <a:rPr lang="en-US" sz="3600" b="0" i="1" u="none" strike="noStrike" kern="1200" cap="none">
                <a:ln>
                  <a:noFill/>
                </a:ln>
                <a:solidFill>
                  <a:srgbClr val="2A6099"/>
                </a:solidFill>
                <a:latin typeface="Times New Roman" pitchFamily="18"/>
                <a:ea typeface="David CLM" pitchFamily="2"/>
                <a:cs typeface="Liberation Sans" pitchFamily="34"/>
              </a:rPr>
              <a:t>j</a:t>
            </a:r>
            <a:r>
              <a:rPr lang="he-IL" sz="3600" b="0" i="0" u="none" strike="noStrike" kern="1200" cap="none">
                <a:ln>
                  <a:noFill/>
                </a:ln>
                <a:solidFill>
                  <a:srgbClr val="2A6099"/>
                </a:solidFill>
                <a:latin typeface="Liberation Sans" pitchFamily="34"/>
                <a:ea typeface="David CLM" pitchFamily="2"/>
                <a:cs typeface="Liberation Sans" pitchFamily="34"/>
              </a:rPr>
              <a:t>.</a:t>
            </a:r>
            <a:endParaRPr lang="en-US" sz="3600" b="0" i="0" u="none" strike="noStrike" kern="1200" cap="none">
              <a:ln>
                <a:noFill/>
              </a:ln>
              <a:solidFill>
                <a:srgbClr val="2A6099"/>
              </a:solidFill>
              <a:latin typeface="Liberation Sans" pitchFamily="34"/>
              <a:ea typeface="David CLM" pitchFamily="2"/>
              <a:cs typeface="Liberation Sans" pitchFamily="34"/>
            </a:endParaRPr>
          </a:p>
          <a:p>
            <a:pPr marL="0" marR="0" lvl="0" indent="0" algn="r" rtl="1" hangingPunct="0">
              <a:lnSpc>
                <a:spcPct val="100000"/>
              </a:lnSpc>
              <a:spcBef>
                <a:spcPts val="0"/>
              </a:spcBef>
              <a:spcAft>
                <a:spcPts val="0"/>
              </a:spcAft>
              <a:buNone/>
              <a:tabLst/>
            </a:pPr>
            <a:r>
              <a:rPr lang="he-IL" sz="3600" b="0" i="0" u="none" strike="noStrike" kern="1200" cap="none">
                <a:ln>
                  <a:noFill/>
                </a:ln>
                <a:solidFill>
                  <a:srgbClr val="2A6099"/>
                </a:solidFill>
                <a:latin typeface="Liberation Sans" pitchFamily="34"/>
                <a:ea typeface="David CLM" pitchFamily="2"/>
                <a:cs typeface="Liberation Sans" pitchFamily="34"/>
              </a:rPr>
              <a:t>אבל בשיבוץ א, הבדלן מקבל את הבית הטוב ביותר עבורו, מבין הבתים שעדיין זמינים בזמן מעגל </a:t>
            </a:r>
            <a:r>
              <a:rPr lang="en-US" sz="3600" b="0" i="1" u="none" strike="noStrike" kern="1200" cap="none">
                <a:ln>
                  <a:noFill/>
                </a:ln>
                <a:solidFill>
                  <a:srgbClr val="2A6099"/>
                </a:solidFill>
                <a:latin typeface="Times New Roman" pitchFamily="18"/>
                <a:ea typeface="David CLM" pitchFamily="2"/>
                <a:cs typeface="Liberation Sans" pitchFamily="34"/>
              </a:rPr>
              <a:t>k</a:t>
            </a:r>
            <a:r>
              <a:rPr lang="he-IL" sz="3600" b="0" i="0" u="none" strike="noStrike" kern="1200" cap="none">
                <a:ln>
                  <a:noFill/>
                </a:ln>
                <a:solidFill>
                  <a:srgbClr val="2A6099"/>
                </a:solidFill>
                <a:latin typeface="Liberation Sans" pitchFamily="34"/>
                <a:ea typeface="David CLM" pitchFamily="2"/>
                <a:cs typeface="Liberation Sans" pitchFamily="34"/>
              </a:rPr>
              <a:t>.</a:t>
            </a:r>
            <a:endParaRPr lang="en-US" sz="3600" b="0" i="0" u="none" strike="noStrike" kern="1200" cap="none">
              <a:ln>
                <a:noFill/>
              </a:ln>
              <a:solidFill>
                <a:srgbClr val="2A6099"/>
              </a:solidFill>
              <a:latin typeface="Liberation Sans" pitchFamily="34"/>
              <a:ea typeface="David CLM" pitchFamily="2"/>
              <a:cs typeface="Liberation Sans" pitchFamily="34"/>
            </a:endParaRPr>
          </a:p>
          <a:p>
            <a:pPr marL="0" marR="0" lvl="0" indent="0" algn="r" rtl="1" hangingPunct="0">
              <a:lnSpc>
                <a:spcPct val="100000"/>
              </a:lnSpc>
              <a:spcBef>
                <a:spcPts val="0"/>
              </a:spcBef>
              <a:spcAft>
                <a:spcPts val="0"/>
              </a:spcAft>
              <a:buNone/>
              <a:tabLst/>
            </a:pPr>
            <a:r>
              <a:rPr lang="he-IL" sz="3600" b="0" i="0" u="none" strike="noStrike" kern="1200" cap="none">
                <a:ln>
                  <a:noFill/>
                </a:ln>
                <a:latin typeface="Liberation Sans" pitchFamily="34"/>
                <a:ea typeface="David CLM" pitchFamily="2"/>
                <a:cs typeface="Liberation Sans" pitchFamily="34"/>
              </a:rPr>
              <a:t>לכן הבית האחֵר אינו טוב יותר. </a:t>
            </a:r>
            <a:r>
              <a:rPr lang="en-US" sz="3600" b="0" i="0" u="none" strike="noStrike" kern="1200" cap="none">
                <a:ln>
                  <a:noFill/>
                </a:ln>
                <a:latin typeface="Liberation Sans" pitchFamily="34"/>
                <a:ea typeface="David CLM" pitchFamily="2"/>
                <a:cs typeface="Liberation Sans" pitchFamily="34"/>
              </a:rPr>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page2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34276-FAF3-B761-F909-48F1912B27AE}"/>
              </a:ext>
            </a:extLst>
          </p:cNvPr>
          <p:cNvSpPr txBox="1">
            <a:spLocks noGrp="1"/>
          </p:cNvSpPr>
          <p:nvPr>
            <p:ph type="title" idx="4294967295"/>
          </p:nvPr>
        </p:nvSpPr>
        <p:spPr>
          <a:xfrm>
            <a:off x="592560" y="0"/>
            <a:ext cx="8734319" cy="914400"/>
          </a:xfrm>
        </p:spPr>
        <p:txBody>
          <a:bodyPr vert="horz"/>
          <a:lstStyle/>
          <a:p>
            <a:pPr lvl="0" rtl="1"/>
            <a:r>
              <a:rPr lang="he-IL" b="1">
                <a:latin typeface="Liberation Sans" pitchFamily="34"/>
                <a:cs typeface="Liberation Sans" pitchFamily="34"/>
              </a:rPr>
              <a:t>אלגוריתם סבן-סתורמן - גילוי-אמת</a:t>
            </a:r>
          </a:p>
        </p:txBody>
      </p:sp>
      <p:sp>
        <p:nvSpPr>
          <p:cNvPr id="3" name="TextBox 2">
            <a:extLst>
              <a:ext uri="{FF2B5EF4-FFF2-40B4-BE49-F238E27FC236}">
                <a16:creationId xmlns:a16="http://schemas.microsoft.com/office/drawing/2014/main" id="{434D49EF-7621-B383-656A-1F9CD8081909}"/>
              </a:ext>
            </a:extLst>
          </p:cNvPr>
          <p:cNvSpPr txBox="1"/>
          <p:nvPr/>
        </p:nvSpPr>
        <p:spPr>
          <a:xfrm>
            <a:off x="1775186" y="914400"/>
            <a:ext cx="8304814" cy="1683623"/>
          </a:xfrm>
          <a:prstGeom prst="rect">
            <a:avLst/>
          </a:prstGeom>
          <a:noFill/>
          <a:ln>
            <a:noFill/>
          </a:ln>
        </p:spPr>
        <p:txBody>
          <a:bodyPr vert="horz" wrap="none" lIns="90000" tIns="45000" rIns="90000" bIns="45000" anchorCtr="0" compatLnSpc="0">
            <a:spAutoFit/>
          </a:bodyPr>
          <a:lstStyle/>
          <a:p>
            <a:pPr marL="0" marR="0" lvl="0" indent="0" algn="r" rtl="1" hangingPunct="0">
              <a:lnSpc>
                <a:spcPct val="100000"/>
              </a:lnSpc>
              <a:spcBef>
                <a:spcPts val="0"/>
              </a:spcBef>
              <a:spcAft>
                <a:spcPts val="0"/>
              </a:spcAft>
              <a:buNone/>
              <a:tabLst/>
            </a:pPr>
            <a:r>
              <a:rPr lang="he-IL" sz="3600" b="1" i="0" u="none" strike="noStrike" kern="1200" cap="none">
                <a:ln>
                  <a:noFill/>
                </a:ln>
                <a:solidFill>
                  <a:srgbClr val="009933"/>
                </a:solidFill>
                <a:latin typeface="Liberation Sans" pitchFamily="34"/>
                <a:ea typeface="David CLM" pitchFamily="2"/>
                <a:cs typeface="Liberation Sans" pitchFamily="34"/>
              </a:rPr>
              <a:t>משפט</a:t>
            </a:r>
            <a:r>
              <a:rPr lang="he-IL" sz="3600" b="0" i="0" u="none" strike="noStrike" kern="1200" cap="none">
                <a:ln>
                  <a:noFill/>
                </a:ln>
                <a:solidFill>
                  <a:srgbClr val="009933"/>
                </a:solidFill>
                <a:latin typeface="Liberation Sans" pitchFamily="34"/>
                <a:ea typeface="David CLM" pitchFamily="2"/>
                <a:cs typeface="Liberation Sans" pitchFamily="34"/>
              </a:rPr>
              <a:t>: </a:t>
            </a:r>
            <a:r>
              <a:rPr lang="en-US" sz="3600" b="0" i="0" u="none" strike="noStrike" kern="1200" cap="none">
                <a:ln>
                  <a:noFill/>
                </a:ln>
                <a:solidFill>
                  <a:srgbClr val="009933"/>
                </a:solidFill>
                <a:latin typeface="Liberation Sans" pitchFamily="34"/>
                <a:ea typeface="David CLM" pitchFamily="2"/>
                <a:cs typeface="Liberation Sans" pitchFamily="34"/>
              </a:rPr>
              <a:t>אלגוריתם סבן-סתורמן מגלה אמת.</a:t>
            </a:r>
          </a:p>
          <a:p>
            <a:pPr marL="0" marR="0" lvl="0" indent="0" algn="r" rtl="1" hangingPunct="0">
              <a:lnSpc>
                <a:spcPct val="100000"/>
              </a:lnSpc>
              <a:spcBef>
                <a:spcPts val="0"/>
              </a:spcBef>
              <a:spcAft>
                <a:spcPts val="0"/>
              </a:spcAft>
              <a:buNone/>
              <a:tabLst/>
            </a:pPr>
            <a:endParaRPr lang="en-US" sz="3600" b="0" i="0" u="none" strike="noStrike" kern="1200" cap="none">
              <a:ln>
                <a:noFill/>
              </a:ln>
              <a:solidFill>
                <a:srgbClr val="009933"/>
              </a:solidFill>
              <a:latin typeface="Liberation Sans" pitchFamily="34"/>
              <a:ea typeface="David CLM" pitchFamily="2"/>
              <a:cs typeface="Liberation Sans" pitchFamily="34"/>
            </a:endParaRPr>
          </a:p>
          <a:p>
            <a:pPr marL="0" marR="0" lvl="0" indent="0" algn="r" rtl="1" hangingPunct="0">
              <a:lnSpc>
                <a:spcPct val="100000"/>
              </a:lnSpc>
              <a:spcBef>
                <a:spcPts val="0"/>
              </a:spcBef>
              <a:spcAft>
                <a:spcPts val="0"/>
              </a:spcAft>
              <a:buNone/>
              <a:tabLst/>
            </a:pPr>
            <a:r>
              <a:rPr lang="he-IL" sz="3600" b="1" i="0" u="none" strike="noStrike" kern="1200" cap="none">
                <a:ln>
                  <a:noFill/>
                </a:ln>
                <a:latin typeface="Liberation Sans" pitchFamily="34"/>
                <a:ea typeface="David CLM" pitchFamily="2"/>
                <a:cs typeface="Liberation Sans" pitchFamily="34"/>
              </a:rPr>
              <a:t>הוכחה</a:t>
            </a:r>
            <a:r>
              <a:rPr lang="he-IL" sz="3600" b="0" i="0" u="none" strike="noStrike" kern="1200" cap="none">
                <a:ln>
                  <a:noFill/>
                </a:ln>
                <a:latin typeface="Liberation Sans" pitchFamily="34"/>
                <a:ea typeface="David CLM" pitchFamily="2"/>
                <a:cs typeface="Liberation Sans" pitchFamily="34"/>
              </a:rPr>
              <a:t>: </a:t>
            </a:r>
            <a:r>
              <a:rPr lang="en-US" sz="3600" b="0" i="0" u="none" strike="noStrike" kern="1200" cap="none">
                <a:ln>
                  <a:noFill/>
                </a:ln>
                <a:latin typeface="Liberation Sans" pitchFamily="34"/>
                <a:ea typeface="David CLM" pitchFamily="2"/>
                <a:cs typeface="Liberation Sans" pitchFamily="34"/>
              </a:rPr>
              <a:t>ארוכה מאד –</a:t>
            </a:r>
            <a:r>
              <a:rPr lang="he-IL" sz="3600" b="0" i="0" u="none" strike="noStrike" kern="1200" cap="none">
                <a:ln>
                  <a:noFill/>
                </a:ln>
                <a:latin typeface="Liberation Sans" pitchFamily="34"/>
                <a:ea typeface="David CLM" pitchFamily="2"/>
                <a:cs typeface="Liberation Sans" pitchFamily="34"/>
              </a:rPr>
              <a:t> </a:t>
            </a:r>
            <a:r>
              <a:rPr lang="en-US" sz="3600" b="0" i="0" u="none" strike="noStrike" kern="1200" cap="none">
                <a:ln>
                  <a:noFill/>
                </a:ln>
                <a:latin typeface="Liberation Sans" pitchFamily="34"/>
                <a:ea typeface="David CLM" pitchFamily="2"/>
                <a:cs typeface="Liberation Sans" pitchFamily="34"/>
              </a:rPr>
              <a:t>במאמר</a:t>
            </a:r>
            <a:r>
              <a:rPr lang="he-IL" sz="3600" b="0" i="0" u="none" strike="noStrike" kern="1200" cap="none">
                <a:ln>
                  <a:noFill/>
                </a:ln>
                <a:latin typeface="Liberation Sans" pitchFamily="34"/>
                <a:ea typeface="David CLM" pitchFamily="2"/>
                <a:cs typeface="Liberation Sans" pitchFamily="34"/>
              </a:rPr>
              <a:t>. ***</a:t>
            </a:r>
            <a:endParaRPr lang="en-US" sz="3600" b="0" i="0" u="none" strike="noStrike" kern="1200" cap="none">
              <a:ln>
                <a:noFill/>
              </a:ln>
              <a:latin typeface="Liberation Sans" pitchFamily="34"/>
              <a:ea typeface="David CLM" pitchFamily="2"/>
              <a:cs typeface="Liberation Sans" pitchFamily="34"/>
            </a:endParaRPr>
          </a:p>
        </p:txBody>
      </p:sp>
    </p:spTree>
  </p:cSld>
  <p:clrMapOvr>
    <a:masterClrMapping/>
  </p:clrMapOvr>
</p:sld>
</file>

<file path=ppt/theme/theme1.xml><?xml version="1.0" encoding="utf-8"?>
<a:theme xmlns:a="http://schemas.openxmlformats.org/drawingml/2006/main" name="Defaul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4610</TotalTime>
  <Words>1524</Words>
  <Application>Microsoft Office PowerPoint</Application>
  <PresentationFormat>Custom</PresentationFormat>
  <Paragraphs>149</Paragraphs>
  <Slides>22</Slides>
  <Notes>22</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22</vt:i4>
      </vt:variant>
    </vt:vector>
  </HeadingPairs>
  <TitlesOfParts>
    <vt:vector size="32" baseType="lpstr">
      <vt:lpstr>Aptos</vt:lpstr>
      <vt:lpstr>Aptos Display</vt:lpstr>
      <vt:lpstr>Arial</vt:lpstr>
      <vt:lpstr>Liberation Sans</vt:lpstr>
      <vt:lpstr>Liberation Serif</vt:lpstr>
      <vt:lpstr>StarSymbol</vt:lpstr>
      <vt:lpstr>Times New Roman</vt:lpstr>
      <vt:lpstr>Default</vt:lpstr>
      <vt:lpstr>Office Theme</vt:lpstr>
      <vt:lpstr>Office Theme</vt:lpstr>
      <vt:lpstr>אלגוריתמי החלפה  אראל סגל-הלוי חלק מהשקפים של: Wayne Racey</vt:lpstr>
      <vt:lpstr>החלפה</vt:lpstr>
      <vt:lpstr>עידוד השתתפות</vt:lpstr>
      <vt:lpstr>יציבות – "עידוד השתתפות" קבוצתי</vt:lpstr>
      <vt:lpstr>אלגוריתם מעגלי המסחר</vt:lpstr>
      <vt:lpstr>0. מאתחלים גרף מכוון שבו: הצמתים הם האנשים והבתים; יש קשת מכל אדם לבית שהוא הכי רוצה,          ומכל בית לאדם שגר בו עכשיו.  א. מוצאים מעגל מכוון בגרף. ב. מבצעים את ההחלפה במעגל. ג. מוחקים מהגרף את הצמתים שהשתתפו. ד. מעדכנים את הקשתות של האנשים שנשארו.  ה. חוזרים על שלבים א-ד עד שהגרף ריק.</vt:lpstr>
      <vt:lpstr>אלגוריתם מעגלי המסחר בתמונות</vt:lpstr>
      <vt:lpstr>אלגוריתם מעגלי המסחר</vt:lpstr>
      <vt:lpstr>אלגוריתם מעגלי המסחר - יציבות</vt:lpstr>
      <vt:lpstr>אלגוריתם מעגלי המסחר – גילוי אמת</vt:lpstr>
      <vt:lpstr>אלגוריתם מעגלי המסחר - יציבות</vt:lpstr>
      <vt:lpstr>אלגוריתם מעגלי המסחר - מימוש</vt:lpstr>
      <vt:lpstr>יחסי-העדפה עם אדישות</vt:lpstr>
      <vt:lpstr>מעגלי-מסחר עם אדישות</vt:lpstr>
      <vt:lpstr>אלגוריתם מעגלי-מסחר עם אדישות</vt:lpstr>
      <vt:lpstr>כלל הבחירה – כלל סבן-סתורמן</vt:lpstr>
      <vt:lpstr>אלגוריתם מעגלי-מסחר עם אדישות</vt:lpstr>
      <vt:lpstr>אלגוריתם סבן-סתורמן</vt:lpstr>
      <vt:lpstr>אלגוריתם סבן-סתורמן - יעילות</vt:lpstr>
      <vt:lpstr>יציבות חלשה</vt:lpstr>
      <vt:lpstr>אלגוריתם סבן-סתורמן - יציבות</vt:lpstr>
      <vt:lpstr>אלגוריתם סבן-סתורמן - גילוי-אמת</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Erel Segal-Halevi</dc:creator>
  <cp:lastModifiedBy>Erel Segal-Halevi</cp:lastModifiedBy>
  <cp:revision>816</cp:revision>
  <dcterms:created xsi:type="dcterms:W3CDTF">2017-10-27T15:20:51Z</dcterms:created>
  <dcterms:modified xsi:type="dcterms:W3CDTF">2026-01-11T07:13:43Z</dcterms:modified>
</cp:coreProperties>
</file>