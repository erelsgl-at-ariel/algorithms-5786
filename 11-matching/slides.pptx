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9"/>
  </p:notesMasterIdLst>
  <p:handoutMasterIdLst>
    <p:handoutMasterId r:id="rId30"/>
  </p:handout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</p:sldIdLst>
  <p:sldSz cx="9144000" cy="685800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1234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95BAA88-D404-10EC-3855-77C69FB91C4D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2975760" cy="45683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1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400"/>
            </a:pPr>
            <a:endParaRPr lang="en-US" sz="14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34"/>
              <a:ea typeface="Arial" pitchFamily="34"/>
              <a:cs typeface="Arial" pitchFamily="34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157DC6-BFB8-ED72-776A-97B33AA304C1}"/>
              </a:ext>
            </a:extLst>
          </p:cNvPr>
          <p:cNvSpPr txBox="1">
            <a:spLocks noGrp="1"/>
          </p:cNvSpPr>
          <p:nvPr>
            <p:ph type="dt" sz="quarter" idx="1"/>
          </p:nvPr>
        </p:nvSpPr>
        <p:spPr>
          <a:xfrm>
            <a:off x="3881880" y="0"/>
            <a:ext cx="2975760" cy="45683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1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400"/>
            </a:pPr>
            <a:endParaRPr lang="en-US" sz="14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34"/>
              <a:ea typeface="Arial" pitchFamily="34"/>
              <a:cs typeface="Arial" pitchFamily="34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1E349B-AD21-14F8-A79D-2B83F467A2D3}"/>
              </a:ext>
            </a:extLst>
          </p:cNvPr>
          <p:cNvSpPr txBox="1">
            <a:spLocks noGrp="1"/>
          </p:cNvSpPr>
          <p:nvPr>
            <p:ph type="ftr" sz="quarter" idx="2"/>
          </p:nvPr>
        </p:nvSpPr>
        <p:spPr>
          <a:xfrm>
            <a:off x="0" y="8686800"/>
            <a:ext cx="2975760" cy="45683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="b" anchorCtr="0" compatLnSpc="1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400"/>
            </a:pPr>
            <a:endParaRPr lang="en-US" sz="14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34"/>
              <a:ea typeface="Arial" pitchFamily="34"/>
              <a:cs typeface="Arial" pitchFamily="34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0AA531-9160-0111-8068-D2A75562D56D}"/>
              </a:ext>
            </a:extLst>
          </p:cNvPr>
          <p:cNvSpPr txBox="1">
            <a:spLocks noGrp="1"/>
          </p:cNvSpPr>
          <p:nvPr>
            <p:ph type="sldNum" sz="quarter" idx="3"/>
          </p:nvPr>
        </p:nvSpPr>
        <p:spPr>
          <a:xfrm>
            <a:off x="3881880" y="8686800"/>
            <a:ext cx="2975760" cy="45683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="b" anchorCtr="0" compatLnSpc="1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400"/>
            </a:pPr>
            <a:fld id="{D311EC93-279B-46CD-ADC2-D41BD5931392}" type="slidenum">
              <a:t>‹#›</a:t>
            </a:fld>
            <a:endParaRPr lang="en-US" sz="14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34"/>
              <a:ea typeface="Arial" pitchFamily="34"/>
              <a:cs typeface="Arial" pitchFamily="34"/>
            </a:endParaRPr>
          </a:p>
        </p:txBody>
      </p:sp>
    </p:spTree>
    <p:extLst>
      <p:ext uri="{BB962C8B-B14F-4D97-AF65-F5344CB8AC3E}">
        <p14:creationId xmlns:p14="http://schemas.microsoft.com/office/powerpoint/2010/main" val="129218780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974175F-3D45-7A0C-4EC4-4BF683F64CC2}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cap="sq">
            <a:noFill/>
            <a:prstDash val="solid"/>
          </a:ln>
        </p:spPr>
        <p:txBody>
          <a:bodyPr vert="horz" wrap="none" lIns="90000" tIns="45000" rIns="90000" bIns="45000" anchor="ctr" anchorCtr="1" compatLnSpc="1">
            <a:no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34"/>
              <a:ea typeface="Arial" pitchFamily="34"/>
              <a:cs typeface="Arial" pitchFamily="34"/>
            </a:endParaRPr>
          </a:p>
        </p:txBody>
      </p:sp>
      <p:sp>
        <p:nvSpPr>
          <p:cNvPr id="3" name="Free-form: Shape 2">
            <a:extLst>
              <a:ext uri="{FF2B5EF4-FFF2-40B4-BE49-F238E27FC236}">
                <a16:creationId xmlns:a16="http://schemas.microsoft.com/office/drawing/2014/main" id="{A1D96FD2-EEF0-3F2B-31A9-62B24434E5C0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custGeom>
            <a:avLst>
              <a:gd name="f0" fmla="val 5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</p:spPr>
        <p:txBody>
          <a:bodyPr vert="horz" wrap="none" lIns="90000" tIns="46800" rIns="90000" bIns="46800" anchor="ctr" anchorCtr="0" compatLnSpc="1">
            <a:no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34"/>
              <a:ea typeface="Arial" pitchFamily="34"/>
              <a:cs typeface="Arial" pitchFamily="34"/>
            </a:endParaRPr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DBC9051B-071E-DA5D-09CB-E0CCEDB0E4D8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3885839" y="0"/>
            <a:ext cx="2970360" cy="45576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t" anchorCtr="0" compatLnSpc="1">
            <a:noAutofit/>
          </a:bodyPr>
          <a:lstStyle>
            <a:lvl1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he-IL" sz="12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defRPr>
            </a:lvl1pPr>
          </a:lstStyle>
          <a:p>
            <a:pPr lvl="0"/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966636-47DE-1C90-66B3-D7324B11EC4F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1080" y="0"/>
            <a:ext cx="2970360" cy="45576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t" anchorCtr="0" compatLnSpc="1">
            <a:noAutofit/>
          </a:bodyPr>
          <a:lstStyle>
            <a:lvl1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he-IL" sz="12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defRPr>
            </a:lvl1pPr>
          </a:lstStyle>
          <a:p>
            <a:pPr lvl="0"/>
            <a:endParaRPr lang="he-IL"/>
          </a:p>
        </p:txBody>
      </p:sp>
      <p:sp>
        <p:nvSpPr>
          <p:cNvPr id="6" name="Slide Image Placeholder 5">
            <a:extLst>
              <a:ext uri="{FF2B5EF4-FFF2-40B4-BE49-F238E27FC236}">
                <a16:creationId xmlns:a16="http://schemas.microsoft.com/office/drawing/2014/main" id="{68086FD9-79B8-E948-3F3C-9C685DE875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440"/>
            <a:ext cx="4570560" cy="3427559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7" name="Notes Placeholder 6">
            <a:extLst>
              <a:ext uri="{FF2B5EF4-FFF2-40B4-BE49-F238E27FC236}">
                <a16:creationId xmlns:a16="http://schemas.microsoft.com/office/drawing/2014/main" id="{D5CB8DDA-74B6-253C-8C7D-E884621F1114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685799" y="4343400"/>
            <a:ext cx="5484960" cy="41133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compatLnSpc="1"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4678238-F945-39C1-1703-28C4879B096B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3885839" y="8685000"/>
            <a:ext cx="2970360" cy="455399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lvl1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he-IL" sz="12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defRPr>
            </a:lvl1pPr>
          </a:lstStyle>
          <a:p>
            <a:pPr lvl="0"/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FF583C-4951-246D-464B-5FE473794ED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1080" y="8685000"/>
            <a:ext cx="2970360" cy="455399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lvl1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he-IL" sz="12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defRPr>
            </a:lvl1pPr>
          </a:lstStyle>
          <a:p>
            <a:pPr lvl="0"/>
            <a:fld id="{6776F765-3206-487F-9D4B-F8E486788E67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9578254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marR="0" indent="0" algn="l" hangingPunct="0">
      <a:lnSpc>
        <a:spcPct val="100000"/>
      </a:lnSpc>
      <a:spcBef>
        <a:spcPts val="448"/>
      </a:spcBef>
      <a:spcAft>
        <a:spcPts val="0"/>
      </a:spcAft>
      <a:tabLst>
        <a:tab pos="0" algn="l"/>
        <a:tab pos="457200" algn="l"/>
        <a:tab pos="914400" algn="l"/>
        <a:tab pos="1371599" algn="l"/>
        <a:tab pos="1828800" algn="l"/>
        <a:tab pos="2286000" algn="l"/>
        <a:tab pos="2743199" algn="l"/>
        <a:tab pos="3200400" algn="l"/>
        <a:tab pos="3657600" algn="l"/>
        <a:tab pos="4114800" algn="l"/>
        <a:tab pos="4572000" algn="l"/>
        <a:tab pos="5029200" algn="l"/>
        <a:tab pos="5486399" algn="l"/>
        <a:tab pos="5943600" algn="l"/>
        <a:tab pos="6400799" algn="l"/>
        <a:tab pos="6858000" algn="l"/>
        <a:tab pos="7315200" algn="l"/>
        <a:tab pos="7772400" algn="l"/>
        <a:tab pos="8229600" algn="l"/>
        <a:tab pos="8686800" algn="l"/>
        <a:tab pos="9144000" algn="l"/>
      </a:tabLst>
      <a:defRPr lang="en-US" sz="1200" b="0" i="0" u="none" strike="noStrike" cap="none" baseline="0">
        <a:ln>
          <a:noFill/>
        </a:ln>
        <a:solidFill>
          <a:srgbClr val="000000"/>
        </a:solidFill>
        <a:highlight>
          <a:scrgbClr r="0" g="0" b="0">
            <a:alpha val="0"/>
          </a:scrgbClr>
        </a:highlight>
        <a:latin typeface="Times New Roman" pitchFamily="18"/>
        <a:cs typeface="Nachlieli CLM" pitchFamily="2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8">
            <a:extLst>
              <a:ext uri="{FF2B5EF4-FFF2-40B4-BE49-F238E27FC236}">
                <a16:creationId xmlns:a16="http://schemas.microsoft.com/office/drawing/2014/main" id="{D0B94673-5BC2-D9BC-B53E-5D587D443F3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wrap="square" lIns="90000" tIns="46800" rIns="90000" bIns="46800" anchor="b" anchorCtr="0" compatLnSpc="1">
            <a:noAutofit/>
          </a:bodyPr>
          <a:lstStyle/>
          <a:p>
            <a:pPr lvl="0"/>
            <a:fld id="{06A7AAFC-205E-46D4-BEC9-4ED92204AD45}" type="slidenum">
              <a:t>1</a:t>
            </a:fld>
            <a:endParaRPr lang="he-IL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8E6B01-E113-7635-9C62-8FF94CDD98A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6488" y="812800"/>
            <a:ext cx="5345112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1A072A-8D6F-F52B-6169-99BEA671FBC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</p:spPr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8">
            <a:extLst>
              <a:ext uri="{FF2B5EF4-FFF2-40B4-BE49-F238E27FC236}">
                <a16:creationId xmlns:a16="http://schemas.microsoft.com/office/drawing/2014/main" id="{B89FB5ED-9D34-706D-F640-2D67E5AFF72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wrap="square" lIns="90000" tIns="46800" rIns="90000" bIns="46800" anchor="b" anchorCtr="0" compatLnSpc="1">
            <a:noAutofit/>
          </a:bodyPr>
          <a:lstStyle/>
          <a:p>
            <a:pPr lvl="0"/>
            <a:fld id="{4F09A086-C8E9-4756-AA55-B9811E450164}" type="slidenum">
              <a:t>2</a:t>
            </a:fld>
            <a:endParaRPr lang="he-IL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BBA2A7-9A1F-70AC-3159-16790D941FE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0413" cy="3427413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5F07B0-9AFF-2831-22BF-B5A3316809C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8">
            <a:extLst>
              <a:ext uri="{FF2B5EF4-FFF2-40B4-BE49-F238E27FC236}">
                <a16:creationId xmlns:a16="http://schemas.microsoft.com/office/drawing/2014/main" id="{5426E041-0C1A-56DD-D2D9-BC260978EFC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wrap="square" lIns="90000" tIns="46800" rIns="90000" bIns="46800" anchor="b" anchorCtr="0" compatLnSpc="1">
            <a:noAutofit/>
          </a:bodyPr>
          <a:lstStyle/>
          <a:p>
            <a:pPr lvl="0"/>
            <a:fld id="{786A888D-4287-401A-9FCE-C14B900A2B66}" type="slidenum">
              <a:t>3</a:t>
            </a:fld>
            <a:endParaRPr lang="he-IL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8EEEEE-92A5-F537-7F0A-667D9159E66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0413" cy="3427413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B77A14-18C2-6EF3-4834-378473D0937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8">
            <a:extLst>
              <a:ext uri="{FF2B5EF4-FFF2-40B4-BE49-F238E27FC236}">
                <a16:creationId xmlns:a16="http://schemas.microsoft.com/office/drawing/2014/main" id="{3FDD43BF-1730-A1F2-6A89-BB1BA2B8909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wrap="square" lIns="90000" tIns="46800" rIns="90000" bIns="46800" anchor="b" anchorCtr="0" compatLnSpc="1">
            <a:noAutofit/>
          </a:bodyPr>
          <a:lstStyle/>
          <a:p>
            <a:pPr lvl="0"/>
            <a:fld id="{EC7AA113-A905-4912-8E31-AD24CCC32FA8}" type="slidenum">
              <a:t>4</a:t>
            </a:fld>
            <a:endParaRPr lang="he-IL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FF64C4-883B-AFBE-B355-F0109D06F4C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0413" cy="3427413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747EB6-8808-6B03-5EA9-B14336DC470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8">
            <a:extLst>
              <a:ext uri="{FF2B5EF4-FFF2-40B4-BE49-F238E27FC236}">
                <a16:creationId xmlns:a16="http://schemas.microsoft.com/office/drawing/2014/main" id="{9234AE20-5CFB-A108-73C4-3B6597F4D9C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wrap="square" lIns="90000" tIns="46800" rIns="90000" bIns="46800" anchor="b" anchorCtr="0" compatLnSpc="1">
            <a:noAutofit/>
          </a:bodyPr>
          <a:lstStyle/>
          <a:p>
            <a:pPr lvl="0"/>
            <a:fld id="{65335E55-2C0B-43FA-998C-DA67954D7727}" type="slidenum">
              <a:t>5</a:t>
            </a:fld>
            <a:endParaRPr lang="he-IL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EF2520-EA4B-AA16-4C77-DAB44B27A1B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802751-FCC0-91DC-A4E4-6FFDE97C9045}"/>
              </a:ext>
            </a:extLst>
          </p:cNvPr>
          <p:cNvSpPr txBox="1"/>
          <p:nvPr/>
        </p:nvSpPr>
        <p:spPr>
          <a:xfrm>
            <a:off x="685799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100000"/>
              </a:lnSpc>
              <a:spcBef>
                <a:spcPts val="448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highlight>
                <a:scrgbClr r="0" g="0" b="0">
                  <a:alpha val="0"/>
                </a:scrgbClr>
              </a:highlight>
              <a:latin typeface="Times New Roman" pitchFamily="18"/>
              <a:ea typeface="Noto Sans CJK SC Regular" pitchFamily="2"/>
              <a:cs typeface="Nachlieli CLM" pitchFamily="2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8">
            <a:extLst>
              <a:ext uri="{FF2B5EF4-FFF2-40B4-BE49-F238E27FC236}">
                <a16:creationId xmlns:a16="http://schemas.microsoft.com/office/drawing/2014/main" id="{9C587603-EA83-4E55-4F2B-F180C8BB6FD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wrap="square" lIns="90000" tIns="46800" rIns="90000" bIns="46800" anchor="b" anchorCtr="0" compatLnSpc="1">
            <a:noAutofit/>
          </a:bodyPr>
          <a:lstStyle/>
          <a:p>
            <a:pPr lvl="0"/>
            <a:fld id="{4CBD5332-C61C-40FA-B220-1B6910D065E7}" type="slidenum">
              <a:t>6</a:t>
            </a:fld>
            <a:endParaRPr lang="he-IL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AAABD5-12CC-1F94-D879-5A026FFCE99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8EDEFA-19CB-4087-CABD-143078FD9566}"/>
              </a:ext>
            </a:extLst>
          </p:cNvPr>
          <p:cNvSpPr txBox="1"/>
          <p:nvPr/>
        </p:nvSpPr>
        <p:spPr>
          <a:xfrm>
            <a:off x="685799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100000"/>
              </a:lnSpc>
              <a:spcBef>
                <a:spcPts val="448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highlight>
                <a:scrgbClr r="0" g="0" b="0">
                  <a:alpha val="0"/>
                </a:scrgbClr>
              </a:highlight>
              <a:latin typeface="Times New Roman" pitchFamily="18"/>
              <a:ea typeface="Noto Sans CJK SC Regular" pitchFamily="2"/>
              <a:cs typeface="Nachlieli CLM" pitchFamily="2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8">
            <a:extLst>
              <a:ext uri="{FF2B5EF4-FFF2-40B4-BE49-F238E27FC236}">
                <a16:creationId xmlns:a16="http://schemas.microsoft.com/office/drawing/2014/main" id="{A1170E32-66FE-7675-FA34-788933BAD95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wrap="square" lIns="90000" tIns="46800" rIns="90000" bIns="46800" anchor="b" anchorCtr="0" compatLnSpc="1">
            <a:noAutofit/>
          </a:bodyPr>
          <a:lstStyle/>
          <a:p>
            <a:pPr lvl="0"/>
            <a:fld id="{CD78F8A3-7D0E-4E02-A297-9DE2497EB5F9}" type="slidenum">
              <a:t>7</a:t>
            </a:fld>
            <a:endParaRPr lang="he-IL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E91C44-0528-E4C3-BCC8-6A3EC8747F7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799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71079-01B5-7DFD-E05B-A5197F4DB451}"/>
              </a:ext>
            </a:extLst>
          </p:cNvPr>
          <p:cNvSpPr txBox="1"/>
          <p:nvPr/>
        </p:nvSpPr>
        <p:spPr>
          <a:xfrm>
            <a:off x="685799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100000"/>
              </a:lnSpc>
              <a:spcBef>
                <a:spcPts val="448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highlight>
                <a:scrgbClr r="0" g="0" b="0">
                  <a:alpha val="0"/>
                </a:scrgbClr>
              </a:highlight>
              <a:latin typeface="Times New Roman" pitchFamily="18"/>
              <a:ea typeface="Noto Sans CJK SC Regular" pitchFamily="2"/>
              <a:cs typeface="Nachlieli CLM" pitchFamily="2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8">
            <a:extLst>
              <a:ext uri="{FF2B5EF4-FFF2-40B4-BE49-F238E27FC236}">
                <a16:creationId xmlns:a16="http://schemas.microsoft.com/office/drawing/2014/main" id="{46C2D1A2-D449-4006-EBAB-456C7E7B812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wrap="square" lIns="90000" tIns="46800" rIns="90000" bIns="46800" anchor="b" anchorCtr="0" compatLnSpc="1">
            <a:noAutofit/>
          </a:bodyPr>
          <a:lstStyle/>
          <a:p>
            <a:pPr lvl="0"/>
            <a:fld id="{A3F47FEE-8807-42F9-9224-C678A0FA2DB5}" type="slidenum">
              <a:t>8</a:t>
            </a:fld>
            <a:endParaRPr lang="he-IL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D0BBF3-CC65-76CD-2AA7-082E0D4B0DE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799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F218D9-16C7-81CD-066C-0F215D9873BB}"/>
              </a:ext>
            </a:extLst>
          </p:cNvPr>
          <p:cNvSpPr txBox="1"/>
          <p:nvPr/>
        </p:nvSpPr>
        <p:spPr>
          <a:xfrm>
            <a:off x="685799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100000"/>
              </a:lnSpc>
              <a:spcBef>
                <a:spcPts val="448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highlight>
                <a:scrgbClr r="0" g="0" b="0">
                  <a:alpha val="0"/>
                </a:scrgbClr>
              </a:highlight>
              <a:latin typeface="Times New Roman" pitchFamily="18"/>
              <a:ea typeface="Noto Sans CJK SC Regular" pitchFamily="2"/>
              <a:cs typeface="Nachlieli CLM" pitchFamily="2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8">
            <a:extLst>
              <a:ext uri="{FF2B5EF4-FFF2-40B4-BE49-F238E27FC236}">
                <a16:creationId xmlns:a16="http://schemas.microsoft.com/office/drawing/2014/main" id="{95A8FE3A-BBAC-1C6C-6B6D-7C21E9773F1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wrap="square" lIns="90000" tIns="46800" rIns="90000" bIns="46800" anchor="b" anchorCtr="0" compatLnSpc="1">
            <a:noAutofit/>
          </a:bodyPr>
          <a:lstStyle/>
          <a:p>
            <a:pPr lvl="0"/>
            <a:fld id="{30A160FF-4B78-497A-BB11-4DF53BE07422}" type="slidenum">
              <a:t>9</a:t>
            </a:fld>
            <a:endParaRPr lang="he-IL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D26822-0D79-1010-1D8E-F6D728EB351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799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11D072-AAF0-C5C4-58E3-2DFE76BB474E}"/>
              </a:ext>
            </a:extLst>
          </p:cNvPr>
          <p:cNvSpPr txBox="1"/>
          <p:nvPr/>
        </p:nvSpPr>
        <p:spPr>
          <a:xfrm>
            <a:off x="685799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100000"/>
              </a:lnSpc>
              <a:spcBef>
                <a:spcPts val="448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highlight>
                <a:scrgbClr r="0" g="0" b="0">
                  <a:alpha val="0"/>
                </a:scrgbClr>
              </a:highlight>
              <a:latin typeface="Times New Roman" pitchFamily="18"/>
              <a:ea typeface="Noto Sans CJK SC Regular" pitchFamily="2"/>
              <a:cs typeface="Nachlieli CLM" pitchFamily="2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8">
            <a:extLst>
              <a:ext uri="{FF2B5EF4-FFF2-40B4-BE49-F238E27FC236}">
                <a16:creationId xmlns:a16="http://schemas.microsoft.com/office/drawing/2014/main" id="{90D27613-600A-F4BA-F4CD-DC043C4E9BD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wrap="square" lIns="90000" tIns="46800" rIns="90000" bIns="46800" anchor="b" anchorCtr="0" compatLnSpc="1">
            <a:noAutofit/>
          </a:bodyPr>
          <a:lstStyle/>
          <a:p>
            <a:pPr lvl="0"/>
            <a:fld id="{A7085F3D-4C3A-4930-98D0-0D39BC7BDAAB}" type="slidenum">
              <a:t>10</a:t>
            </a:fld>
            <a:endParaRPr lang="he-IL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446A9B-35B8-DECC-90AF-B44704CC487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C7554A-330E-87D4-7691-81ED5B36D4A7}"/>
              </a:ext>
            </a:extLst>
          </p:cNvPr>
          <p:cNvSpPr txBox="1"/>
          <p:nvPr/>
        </p:nvSpPr>
        <p:spPr>
          <a:xfrm>
            <a:off x="685799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100000"/>
              </a:lnSpc>
              <a:spcBef>
                <a:spcPts val="448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highlight>
                <a:scrgbClr r="0" g="0" b="0">
                  <a:alpha val="0"/>
                </a:scrgbClr>
              </a:highlight>
              <a:latin typeface="Times New Roman" pitchFamily="18"/>
              <a:ea typeface="Noto Sans CJK SC Regular" pitchFamily="2"/>
              <a:cs typeface="Nachlieli CLM" pitchFamily="2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8">
            <a:extLst>
              <a:ext uri="{FF2B5EF4-FFF2-40B4-BE49-F238E27FC236}">
                <a16:creationId xmlns:a16="http://schemas.microsoft.com/office/drawing/2014/main" id="{9F7EB8DD-7238-117D-8FBD-836E0017290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wrap="square" lIns="90000" tIns="46800" rIns="90000" bIns="46800" anchor="b" anchorCtr="0" compatLnSpc="1">
            <a:noAutofit/>
          </a:bodyPr>
          <a:lstStyle/>
          <a:p>
            <a:pPr lvl="0"/>
            <a:fld id="{1AD49F72-B700-4536-90A5-DF976A98D4AF}" type="slidenum">
              <a:t>11</a:t>
            </a:fld>
            <a:endParaRPr lang="he-IL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E453C0-1FD6-0F1B-7CFE-B72F6A6D95A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17A745-1D13-20CD-3B72-AFE00D4F9E92}"/>
              </a:ext>
            </a:extLst>
          </p:cNvPr>
          <p:cNvSpPr txBox="1"/>
          <p:nvPr/>
        </p:nvSpPr>
        <p:spPr>
          <a:xfrm>
            <a:off x="685799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100000"/>
              </a:lnSpc>
              <a:spcBef>
                <a:spcPts val="448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highlight>
                <a:scrgbClr r="0" g="0" b="0">
                  <a:alpha val="0"/>
                </a:scrgbClr>
              </a:highlight>
              <a:latin typeface="Times New Roman" pitchFamily="18"/>
              <a:ea typeface="Noto Sans CJK SC Regular" pitchFamily="2"/>
              <a:cs typeface="Nachlieli CLM" pitchFamily="2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8">
            <a:extLst>
              <a:ext uri="{FF2B5EF4-FFF2-40B4-BE49-F238E27FC236}">
                <a16:creationId xmlns:a16="http://schemas.microsoft.com/office/drawing/2014/main" id="{AED8A529-D6C4-4DEE-9F64-EF52F8CD9C7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wrap="square" lIns="90000" tIns="46800" rIns="90000" bIns="46800" anchor="b" anchorCtr="0" compatLnSpc="1">
            <a:noAutofit/>
          </a:bodyPr>
          <a:lstStyle/>
          <a:p>
            <a:pPr lvl="0"/>
            <a:fld id="{F415E829-5591-4EB4-B223-37D322829ED5}" type="slidenum">
              <a:t>12</a:t>
            </a:fld>
            <a:endParaRPr lang="he-IL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227EA8-308A-D118-7662-1CB1FED2319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799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39BB67-DAEF-2F4F-8071-170E9C0505B6}"/>
              </a:ext>
            </a:extLst>
          </p:cNvPr>
          <p:cNvSpPr txBox="1"/>
          <p:nvPr/>
        </p:nvSpPr>
        <p:spPr>
          <a:xfrm>
            <a:off x="685799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100000"/>
              </a:lnSpc>
              <a:spcBef>
                <a:spcPts val="448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highlight>
                <a:scrgbClr r="0" g="0" b="0">
                  <a:alpha val="0"/>
                </a:scrgbClr>
              </a:highlight>
              <a:latin typeface="Times New Roman" pitchFamily="18"/>
              <a:ea typeface="Noto Sans CJK SC Regular" pitchFamily="2"/>
              <a:cs typeface="Nachlieli CLM" pitchFamily="2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8">
            <a:extLst>
              <a:ext uri="{FF2B5EF4-FFF2-40B4-BE49-F238E27FC236}">
                <a16:creationId xmlns:a16="http://schemas.microsoft.com/office/drawing/2014/main" id="{2D83CD58-73FA-2831-FBCD-602E6143848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wrap="square" lIns="90000" tIns="46800" rIns="90000" bIns="46800" anchor="b" anchorCtr="0" compatLnSpc="1">
            <a:noAutofit/>
          </a:bodyPr>
          <a:lstStyle/>
          <a:p>
            <a:pPr lvl="0"/>
            <a:fld id="{D64C82BB-7F70-485C-84F4-AC8B4D7CF8C7}" type="slidenum">
              <a:t>13</a:t>
            </a:fld>
            <a:endParaRPr lang="he-IL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FB1F8E-9AD0-1D8E-8B36-BD4DE3EF221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799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47392A-99FF-FD84-0288-7EDCB241926D}"/>
              </a:ext>
            </a:extLst>
          </p:cNvPr>
          <p:cNvSpPr txBox="1"/>
          <p:nvPr/>
        </p:nvSpPr>
        <p:spPr>
          <a:xfrm>
            <a:off x="685799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100000"/>
              </a:lnSpc>
              <a:spcBef>
                <a:spcPts val="448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highlight>
                <a:scrgbClr r="0" g="0" b="0">
                  <a:alpha val="0"/>
                </a:scrgbClr>
              </a:highlight>
              <a:latin typeface="Times New Roman" pitchFamily="18"/>
              <a:ea typeface="Noto Sans CJK SC Regular" pitchFamily="2"/>
              <a:cs typeface="Nachlieli CLM" pitchFamily="2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8">
            <a:extLst>
              <a:ext uri="{FF2B5EF4-FFF2-40B4-BE49-F238E27FC236}">
                <a16:creationId xmlns:a16="http://schemas.microsoft.com/office/drawing/2014/main" id="{32114465-DBC1-50E6-585A-577B732F052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wrap="square" lIns="90000" tIns="46800" rIns="90000" bIns="46800" anchor="b" anchorCtr="0" compatLnSpc="1">
            <a:noAutofit/>
          </a:bodyPr>
          <a:lstStyle/>
          <a:p>
            <a:pPr lvl="0"/>
            <a:fld id="{C77E0C9C-1270-4F12-934B-86627884D07C}" type="slidenum">
              <a:t>14</a:t>
            </a:fld>
            <a:endParaRPr lang="he-IL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FFEBAF-94A5-33AB-91A0-CB58F2E6FC5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799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2EEF97-80C1-55A8-E9F5-7C28238434BE}"/>
              </a:ext>
            </a:extLst>
          </p:cNvPr>
          <p:cNvSpPr txBox="1"/>
          <p:nvPr/>
        </p:nvSpPr>
        <p:spPr>
          <a:xfrm>
            <a:off x="685799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100000"/>
              </a:lnSpc>
              <a:spcBef>
                <a:spcPts val="448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highlight>
                <a:scrgbClr r="0" g="0" b="0">
                  <a:alpha val="0"/>
                </a:scrgbClr>
              </a:highlight>
              <a:latin typeface="Times New Roman" pitchFamily="18"/>
              <a:ea typeface="Noto Sans CJK SC Regular" pitchFamily="2"/>
              <a:cs typeface="Nachlieli CLM" pitchFamily="2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8">
            <a:extLst>
              <a:ext uri="{FF2B5EF4-FFF2-40B4-BE49-F238E27FC236}">
                <a16:creationId xmlns:a16="http://schemas.microsoft.com/office/drawing/2014/main" id="{40ED9D2E-41D6-EE0C-5456-B59290A9FB0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wrap="square" lIns="90000" tIns="46800" rIns="90000" bIns="46800" anchor="b" anchorCtr="0" compatLnSpc="1">
            <a:noAutofit/>
          </a:bodyPr>
          <a:lstStyle/>
          <a:p>
            <a:pPr lvl="0"/>
            <a:fld id="{B1DD640A-ACB1-451C-83F7-EE5E0E7CC810}" type="slidenum">
              <a:t>15</a:t>
            </a:fld>
            <a:endParaRPr lang="he-IL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E75FF0-4E5B-EC70-E4AC-67772603E45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799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C67F79-6CCF-DF7B-58F3-D9C40DB1FD11}"/>
              </a:ext>
            </a:extLst>
          </p:cNvPr>
          <p:cNvSpPr txBox="1"/>
          <p:nvPr/>
        </p:nvSpPr>
        <p:spPr>
          <a:xfrm>
            <a:off x="685799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100000"/>
              </a:lnSpc>
              <a:spcBef>
                <a:spcPts val="448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highlight>
                <a:scrgbClr r="0" g="0" b="0">
                  <a:alpha val="0"/>
                </a:scrgbClr>
              </a:highlight>
              <a:latin typeface="Times New Roman" pitchFamily="18"/>
              <a:ea typeface="Noto Sans CJK SC Regular" pitchFamily="2"/>
              <a:cs typeface="Nachlieli CLM" pitchFamily="2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8">
            <a:extLst>
              <a:ext uri="{FF2B5EF4-FFF2-40B4-BE49-F238E27FC236}">
                <a16:creationId xmlns:a16="http://schemas.microsoft.com/office/drawing/2014/main" id="{AB194294-1AD1-3BCB-E2F7-85F10D9B2E0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wrap="square" lIns="90000" tIns="46800" rIns="90000" bIns="46800" anchor="b" anchorCtr="0" compatLnSpc="1">
            <a:noAutofit/>
          </a:bodyPr>
          <a:lstStyle/>
          <a:p>
            <a:pPr lvl="0"/>
            <a:fld id="{D183919F-9A19-4E51-88C3-19EC2022F14E}" type="slidenum">
              <a:t>16</a:t>
            </a:fld>
            <a:endParaRPr lang="he-IL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10E995-27F5-8021-E554-773B972D726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551D8E-7356-54B9-E076-434EA3F9A3E2}"/>
              </a:ext>
            </a:extLst>
          </p:cNvPr>
          <p:cNvSpPr txBox="1"/>
          <p:nvPr/>
        </p:nvSpPr>
        <p:spPr>
          <a:xfrm>
            <a:off x="685799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100000"/>
              </a:lnSpc>
              <a:spcBef>
                <a:spcPts val="448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highlight>
                <a:scrgbClr r="0" g="0" b="0">
                  <a:alpha val="0"/>
                </a:scrgbClr>
              </a:highlight>
              <a:latin typeface="Times New Roman" pitchFamily="18"/>
              <a:ea typeface="Noto Sans CJK SC Regular" pitchFamily="2"/>
              <a:cs typeface="Nachlieli CLM" pitchFamily="2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8">
            <a:extLst>
              <a:ext uri="{FF2B5EF4-FFF2-40B4-BE49-F238E27FC236}">
                <a16:creationId xmlns:a16="http://schemas.microsoft.com/office/drawing/2014/main" id="{59EC83F2-192D-83F4-B1C2-F8B17981934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wrap="square" lIns="90000" tIns="46800" rIns="90000" bIns="46800" anchor="b" anchorCtr="0" compatLnSpc="1">
            <a:noAutofit/>
          </a:bodyPr>
          <a:lstStyle/>
          <a:p>
            <a:pPr lvl="0"/>
            <a:fld id="{CF7F836D-6F33-49C9-B3F7-8B0500F2D7EF}" type="slidenum">
              <a:t>17</a:t>
            </a:fld>
            <a:endParaRPr lang="he-IL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972F53-D732-B2E5-3243-2C5894FE5CA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382596-35C0-611A-5850-A75A17C8CF7D}"/>
              </a:ext>
            </a:extLst>
          </p:cNvPr>
          <p:cNvSpPr txBox="1"/>
          <p:nvPr/>
        </p:nvSpPr>
        <p:spPr>
          <a:xfrm>
            <a:off x="685799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100000"/>
              </a:lnSpc>
              <a:spcBef>
                <a:spcPts val="448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highlight>
                <a:scrgbClr r="0" g="0" b="0">
                  <a:alpha val="0"/>
                </a:scrgbClr>
              </a:highlight>
              <a:latin typeface="Times New Roman" pitchFamily="18"/>
              <a:ea typeface="Noto Sans CJK SC Regular" pitchFamily="2"/>
              <a:cs typeface="Nachlieli CLM" pitchFamily="2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8">
            <a:extLst>
              <a:ext uri="{FF2B5EF4-FFF2-40B4-BE49-F238E27FC236}">
                <a16:creationId xmlns:a16="http://schemas.microsoft.com/office/drawing/2014/main" id="{5C6D91C2-10A9-4F7B-E822-97BF8FDF62F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wrap="square" lIns="90000" tIns="46800" rIns="90000" bIns="46800" anchor="b" anchorCtr="0" compatLnSpc="1">
            <a:noAutofit/>
          </a:bodyPr>
          <a:lstStyle/>
          <a:p>
            <a:pPr lvl="0"/>
            <a:fld id="{29CE80F6-EC39-4499-A62D-BD11C997329B}" type="slidenum">
              <a:t>18</a:t>
            </a:fld>
            <a:endParaRPr lang="he-IL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D48520-3684-C71C-2282-0ABA643D391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CF7994-F2FD-5CFF-B2E3-3491E112CEE1}"/>
              </a:ext>
            </a:extLst>
          </p:cNvPr>
          <p:cNvSpPr txBox="1"/>
          <p:nvPr/>
        </p:nvSpPr>
        <p:spPr>
          <a:xfrm>
            <a:off x="685799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100000"/>
              </a:lnSpc>
              <a:spcBef>
                <a:spcPts val="448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highlight>
                <a:scrgbClr r="0" g="0" b="0">
                  <a:alpha val="0"/>
                </a:scrgbClr>
              </a:highlight>
              <a:latin typeface="Times New Roman" pitchFamily="18"/>
              <a:ea typeface="Noto Sans CJK SC Regular" pitchFamily="2"/>
              <a:cs typeface="Nachlieli CLM" pitchFamily="2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8">
            <a:extLst>
              <a:ext uri="{FF2B5EF4-FFF2-40B4-BE49-F238E27FC236}">
                <a16:creationId xmlns:a16="http://schemas.microsoft.com/office/drawing/2014/main" id="{10B2FC5C-5A13-6172-56D3-DA8905CA796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wrap="square" lIns="90000" tIns="46800" rIns="90000" bIns="46800" anchor="b" anchorCtr="0" compatLnSpc="1">
            <a:noAutofit/>
          </a:bodyPr>
          <a:lstStyle/>
          <a:p>
            <a:pPr lvl="0"/>
            <a:fld id="{18044994-5FC6-4A93-B02B-E50A746BA880}" type="slidenum">
              <a:t>19</a:t>
            </a:fld>
            <a:endParaRPr lang="he-IL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176EBC-B20E-61E7-06FF-0FDE64D1E67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87D4D8-3073-A49C-4841-AB967C7A9C86}"/>
              </a:ext>
            </a:extLst>
          </p:cNvPr>
          <p:cNvSpPr txBox="1"/>
          <p:nvPr/>
        </p:nvSpPr>
        <p:spPr>
          <a:xfrm>
            <a:off x="685799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100000"/>
              </a:lnSpc>
              <a:spcBef>
                <a:spcPts val="448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highlight>
                <a:scrgbClr r="0" g="0" b="0">
                  <a:alpha val="0"/>
                </a:scrgbClr>
              </a:highlight>
              <a:latin typeface="Times New Roman" pitchFamily="18"/>
              <a:ea typeface="Noto Sans CJK SC Regular" pitchFamily="2"/>
              <a:cs typeface="Nachlieli CLM" pitchFamily="2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8">
            <a:extLst>
              <a:ext uri="{FF2B5EF4-FFF2-40B4-BE49-F238E27FC236}">
                <a16:creationId xmlns:a16="http://schemas.microsoft.com/office/drawing/2014/main" id="{092D8C89-2BED-A5A2-7D29-B9DCDD345F2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wrap="square" lIns="90000" tIns="46800" rIns="90000" bIns="46800" anchor="b" anchorCtr="0" compatLnSpc="1">
            <a:noAutofit/>
          </a:bodyPr>
          <a:lstStyle/>
          <a:p>
            <a:pPr lvl="0"/>
            <a:fld id="{AD8A46E0-2C7C-4126-B67D-531FEA55D36F}" type="slidenum">
              <a:t>20</a:t>
            </a:fld>
            <a:endParaRPr lang="he-IL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64CE29-7524-007A-C239-0230B969D9E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7F3829-5FD9-A97C-93EA-A14B8B8D9979}"/>
              </a:ext>
            </a:extLst>
          </p:cNvPr>
          <p:cNvSpPr txBox="1"/>
          <p:nvPr/>
        </p:nvSpPr>
        <p:spPr>
          <a:xfrm>
            <a:off x="685799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100000"/>
              </a:lnSpc>
              <a:spcBef>
                <a:spcPts val="448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highlight>
                <a:scrgbClr r="0" g="0" b="0">
                  <a:alpha val="0"/>
                </a:scrgbClr>
              </a:highlight>
              <a:latin typeface="Times New Roman" pitchFamily="18"/>
              <a:ea typeface="Noto Sans CJK SC Regular" pitchFamily="2"/>
              <a:cs typeface="Nachlieli CLM" pitchFamily="2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8">
            <a:extLst>
              <a:ext uri="{FF2B5EF4-FFF2-40B4-BE49-F238E27FC236}">
                <a16:creationId xmlns:a16="http://schemas.microsoft.com/office/drawing/2014/main" id="{476F9CAA-BAAD-07C9-09D2-7E015AB047E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wrap="square" lIns="90000" tIns="46800" rIns="90000" bIns="46800" anchor="b" anchorCtr="0" compatLnSpc="1">
            <a:noAutofit/>
          </a:bodyPr>
          <a:lstStyle/>
          <a:p>
            <a:pPr lvl="0"/>
            <a:fld id="{65B975A1-ECCB-417A-A283-5ECCEDC572DF}" type="slidenum">
              <a:t>21</a:t>
            </a:fld>
            <a:endParaRPr lang="he-IL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D5F4F0-EC89-469D-3ECD-C3D27BB65A2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58229C-4718-2766-B50F-97D024A75BD9}"/>
              </a:ext>
            </a:extLst>
          </p:cNvPr>
          <p:cNvSpPr txBox="1"/>
          <p:nvPr/>
        </p:nvSpPr>
        <p:spPr>
          <a:xfrm>
            <a:off x="685799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100000"/>
              </a:lnSpc>
              <a:spcBef>
                <a:spcPts val="448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highlight>
                <a:scrgbClr r="0" g="0" b="0">
                  <a:alpha val="0"/>
                </a:scrgbClr>
              </a:highlight>
              <a:latin typeface="Times New Roman" pitchFamily="18"/>
              <a:ea typeface="Noto Sans CJK SC Regular" pitchFamily="2"/>
              <a:cs typeface="Nachlieli CLM" pitchFamily="2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8">
            <a:extLst>
              <a:ext uri="{FF2B5EF4-FFF2-40B4-BE49-F238E27FC236}">
                <a16:creationId xmlns:a16="http://schemas.microsoft.com/office/drawing/2014/main" id="{2E79AC44-DABF-4F76-F546-E269663E81B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wrap="square" lIns="90000" tIns="46800" rIns="90000" bIns="46800" anchor="b" anchorCtr="0" compatLnSpc="1">
            <a:noAutofit/>
          </a:bodyPr>
          <a:lstStyle/>
          <a:p>
            <a:pPr lvl="0"/>
            <a:fld id="{06FE9AB4-EADC-427B-A88E-E33BB169C6EA}" type="slidenum">
              <a:t>22</a:t>
            </a:fld>
            <a:endParaRPr lang="he-IL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9B6E4B-CD8D-F3CC-E9F7-F13332EBCB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D6776D-323D-73B0-6C0A-A9B6A4EB176C}"/>
              </a:ext>
            </a:extLst>
          </p:cNvPr>
          <p:cNvSpPr txBox="1"/>
          <p:nvPr/>
        </p:nvSpPr>
        <p:spPr>
          <a:xfrm>
            <a:off x="685799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100000"/>
              </a:lnSpc>
              <a:spcBef>
                <a:spcPts val="448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highlight>
                <a:scrgbClr r="0" g="0" b="0">
                  <a:alpha val="0"/>
                </a:scrgbClr>
              </a:highlight>
              <a:latin typeface="Times New Roman" pitchFamily="18"/>
              <a:ea typeface="Noto Sans CJK SC Regular" pitchFamily="2"/>
              <a:cs typeface="Nachlieli CLM" pitchFamily="2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8">
            <a:extLst>
              <a:ext uri="{FF2B5EF4-FFF2-40B4-BE49-F238E27FC236}">
                <a16:creationId xmlns:a16="http://schemas.microsoft.com/office/drawing/2014/main" id="{C29A80C7-F288-2221-B3C6-966C39E42D8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wrap="square" lIns="90000" tIns="46800" rIns="90000" bIns="46800" anchor="b" anchorCtr="0" compatLnSpc="1">
            <a:noAutofit/>
          </a:bodyPr>
          <a:lstStyle/>
          <a:p>
            <a:pPr lvl="0"/>
            <a:fld id="{97A68646-5BF2-4EC4-9CC5-76BDEAF27E81}" type="slidenum">
              <a:t>23</a:t>
            </a:fld>
            <a:endParaRPr lang="he-IL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D90644-9AA3-D963-813F-13903B32E4C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8FC68A-4A84-C438-6F71-2A537ADDF570}"/>
              </a:ext>
            </a:extLst>
          </p:cNvPr>
          <p:cNvSpPr txBox="1"/>
          <p:nvPr/>
        </p:nvSpPr>
        <p:spPr>
          <a:xfrm>
            <a:off x="685799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100000"/>
              </a:lnSpc>
              <a:spcBef>
                <a:spcPts val="448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highlight>
                <a:scrgbClr r="0" g="0" b="0">
                  <a:alpha val="0"/>
                </a:scrgbClr>
              </a:highlight>
              <a:latin typeface="Times New Roman" pitchFamily="18"/>
              <a:ea typeface="Noto Sans CJK SC Regular" pitchFamily="2"/>
              <a:cs typeface="Nachlieli CLM" pitchFamily="2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8">
            <a:extLst>
              <a:ext uri="{FF2B5EF4-FFF2-40B4-BE49-F238E27FC236}">
                <a16:creationId xmlns:a16="http://schemas.microsoft.com/office/drawing/2014/main" id="{FCB45203-1EA5-242B-3EDD-508F3617252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wrap="square" lIns="90000" tIns="46800" rIns="90000" bIns="46800" anchor="b" anchorCtr="0" compatLnSpc="1">
            <a:noAutofit/>
          </a:bodyPr>
          <a:lstStyle/>
          <a:p>
            <a:pPr lvl="0"/>
            <a:fld id="{906BE1BB-EFA4-4208-A569-9D0DAACA0AB1}" type="slidenum">
              <a:t>24</a:t>
            </a:fld>
            <a:endParaRPr lang="he-IL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3C2DEB-B308-6C6C-4026-ECCB641966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085B6F-DDB5-83A8-91C0-D802D4CF79D9}"/>
              </a:ext>
            </a:extLst>
          </p:cNvPr>
          <p:cNvSpPr txBox="1"/>
          <p:nvPr/>
        </p:nvSpPr>
        <p:spPr>
          <a:xfrm>
            <a:off x="685799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100000"/>
              </a:lnSpc>
              <a:spcBef>
                <a:spcPts val="448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highlight>
                <a:scrgbClr r="0" g="0" b="0">
                  <a:alpha val="0"/>
                </a:scrgbClr>
              </a:highlight>
              <a:latin typeface="Times New Roman" pitchFamily="18"/>
              <a:ea typeface="Noto Sans CJK SC Regular" pitchFamily="2"/>
              <a:cs typeface="Nachlieli CLM" pitchFamily="2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8">
            <a:extLst>
              <a:ext uri="{FF2B5EF4-FFF2-40B4-BE49-F238E27FC236}">
                <a16:creationId xmlns:a16="http://schemas.microsoft.com/office/drawing/2014/main" id="{EA49F621-F50D-68F0-76E3-226EE2003C3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wrap="square" lIns="90000" tIns="46800" rIns="90000" bIns="46800" anchor="b" anchorCtr="0" compatLnSpc="1">
            <a:noAutofit/>
          </a:bodyPr>
          <a:lstStyle/>
          <a:p>
            <a:pPr lvl="0"/>
            <a:fld id="{8705BCBC-253B-42D1-BDC3-72C5BA1390E3}" type="slidenum">
              <a:t>25</a:t>
            </a:fld>
            <a:endParaRPr lang="he-IL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54699C-256C-EF9A-D04E-81978AEBB40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5CCD76-112B-CD1A-0966-060FC04DAE5D}"/>
              </a:ext>
            </a:extLst>
          </p:cNvPr>
          <p:cNvSpPr txBox="1"/>
          <p:nvPr/>
        </p:nvSpPr>
        <p:spPr>
          <a:xfrm>
            <a:off x="685799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100000"/>
              </a:lnSpc>
              <a:spcBef>
                <a:spcPts val="448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highlight>
                <a:scrgbClr r="0" g="0" b="0">
                  <a:alpha val="0"/>
                </a:scrgbClr>
              </a:highlight>
              <a:latin typeface="Times New Roman" pitchFamily="18"/>
              <a:ea typeface="Noto Sans CJK SC Regular" pitchFamily="2"/>
              <a:cs typeface="Nachlieli CLM" pitchFamily="2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8">
            <a:extLst>
              <a:ext uri="{FF2B5EF4-FFF2-40B4-BE49-F238E27FC236}">
                <a16:creationId xmlns:a16="http://schemas.microsoft.com/office/drawing/2014/main" id="{3CC31653-D6EB-2358-7DA7-AFF8EB04C00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wrap="square" lIns="90000" tIns="46800" rIns="90000" bIns="46800" anchor="b" anchorCtr="0" compatLnSpc="1">
            <a:noAutofit/>
          </a:bodyPr>
          <a:lstStyle/>
          <a:p>
            <a:pPr lvl="0"/>
            <a:fld id="{EA544673-1D4A-4747-976E-F74DC73B1262}" type="slidenum">
              <a:t>26</a:t>
            </a:fld>
            <a:endParaRPr lang="he-IL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1EFA7F-2FE4-F176-FDED-E7FEA5F9224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50036A-71E4-BAB5-DD52-150E098011B8}"/>
              </a:ext>
            </a:extLst>
          </p:cNvPr>
          <p:cNvSpPr txBox="1"/>
          <p:nvPr/>
        </p:nvSpPr>
        <p:spPr>
          <a:xfrm>
            <a:off x="685799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100000"/>
              </a:lnSpc>
              <a:spcBef>
                <a:spcPts val="448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highlight>
                <a:scrgbClr r="0" g="0" b="0">
                  <a:alpha val="0"/>
                </a:scrgbClr>
              </a:highlight>
              <a:latin typeface="Times New Roman" pitchFamily="18"/>
              <a:ea typeface="Noto Sans CJK SC Regular" pitchFamily="2"/>
              <a:cs typeface="Nachlieli CLM" pitchFamily="2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0D733-D3A3-DE71-772C-1B99906A36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33ED84-6817-D3CC-21B8-036CA94F14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2C74DA-8C3B-14DE-2AAF-F3ADFBC89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C440B9-8C00-B130-4BB4-ADD28B05C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8848DA-84E6-9286-F06B-E21D36AEF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50DDD99B-6142-4337-9966-7AA95A9B220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0031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C4713-972A-9F8C-1AAF-FE1E0704B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E8B010-98E4-B2B7-0117-8164565423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E07264-AD40-12D5-8AF4-E108452F4E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6D10D7-BA67-435F-EA1D-40A525E47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A6FA91-7635-5A68-C664-ECDA2CFBF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E7E867EB-5E02-4F43-BBB0-942417CA21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227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0D9D6-D787-DC5A-16A4-579D19216F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FFAB82-0539-3E98-59F6-BC9D39BCE1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A71096-FFCC-925E-B61F-2247A1CC2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207D50-4E96-8470-6ABD-EEA190245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08DB92-8B80-BCA3-D851-F751D4C81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ED8304DF-7EEF-400E-A199-E04BD97E9DFD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1257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7EDDEC-891E-7AC4-36D1-FBA61759D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1E2925-304D-701A-CA93-AD52C673D0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7013" cy="452437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B458B8-88DA-7093-DD42-A827B9C9A6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6613" y="1600200"/>
            <a:ext cx="4038600" cy="452437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7FD733-FACE-F52F-1FC0-D874EF0363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C4BDE5-6B9D-3157-F1F2-C3D4460E34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3AA30F-2726-DE7C-2721-DEF1216CD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4F285B04-54B4-408E-B533-3E4E141787D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6742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2174C-095B-9368-02CE-0D6AF2A97B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AF1150-883A-AE8C-FFB9-04A610D745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FF0F40-7BB2-4DD1-CF0C-B23865D4B2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E84BD2-CF0F-ADE9-117D-DB5B79C7F1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D91B35-DBD8-4937-54D2-E8F1695BF1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A27CFA2-E432-4DCC-BB21-2E6485D82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CD4A9C-B9A0-1878-0E26-5C71C5C50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AB3702-16D5-6D9D-1A0B-23B48E029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8A3674B3-BD67-4B56-AC7A-90D764FD77DD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6860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43F9A-A03D-7139-E75E-FD9DCBB5A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D50207-CD89-7AC8-1E0B-F6E9BF9A2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21B762-AD85-18DC-188B-F5F858581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66ADD4-C566-CB3D-8536-2B34B30ED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E64F915-C2C5-40B9-881B-6BB3203669A6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9202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4DE4F8-846B-82BC-28C1-7661E9A4CB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28A105D-0750-316B-B7D8-81DBA2189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EBEDC6-FE7C-4936-7644-D0DFC3E21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A838761-44F1-43D8-9BF8-69ABE7A26DA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197833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2E7D3-207B-0BED-A17A-78F59A210A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874460-BC4A-123D-F038-CCE50BEADA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80E7A0-0E72-D69D-38AE-1D9A3B52E6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9432AB-696B-C33C-75F3-94EE4E576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DB36B8-9058-2A84-6536-9232A733D6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4D9826-058C-AF80-F504-124ABBBD3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F5024006-ABEB-47B6-8FDD-EEB235240DC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720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8948D-2598-C3D8-45D6-BC1BDF5F7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7DEC39-F643-5205-615C-2540660EFF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767066-3A32-ADC8-3E3C-9C51F04AE9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E3EEC4-BCFE-42AD-108D-C1298B78D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50AE50-959D-E1E9-6EEC-978AD6785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F26CC3-7A9D-0AF7-3B45-73405EBED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4B9C4714-58F5-4D5C-8045-E377CD53244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884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A34A9-3682-F6F7-603E-6CF560C92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75AE19-2FF7-26DA-881D-C8C9A654E0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1275E4-1683-E241-E254-0821E3980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713135-5A4D-F846-36C4-19955F9FC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8FFF01-333C-B88E-15C6-C91139335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DC46DA01-C1D8-4474-BF5C-C2AEE2559F69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370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B5D200-AC8C-A3D2-96FD-150C83A9DD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629400" y="228600"/>
            <a:ext cx="2055813" cy="589597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B71884-403E-EE45-6856-13D7133FC9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457200" y="228600"/>
            <a:ext cx="6019800" cy="589597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9AF038-90F1-C936-CD37-F8BAB99FB2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99A69-EF0A-51EF-6B16-0F98008A0D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9A7CF0-3869-B41F-F0BF-10B6337ED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E48ADBE-6EFD-48C7-ABA9-BEE53978D2A5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5583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3F4FC-2CB5-BFDE-4F3C-52F2DEA5F2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3FBE25-CBEF-71F8-5E57-7227C63EC1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92D1ED-12D8-5009-6114-083B788817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0C4BB-8EB5-1B19-DC7F-8F26571C15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91C8E6-B76C-FD53-8CEE-08D1A7359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D229302B-D4D2-4ACE-88BD-DDA0E24F0FD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188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55A3F-63BE-B1ED-D019-A13DA77BD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B459E7-F09D-545A-4B64-2B7E6F2577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D90D7-179A-8851-5669-A151B3E2D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486FD9-3A34-4456-5C63-D0AE1AE1D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1084DC-982A-2F16-81F6-4D18975F8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BD836D71-0B91-414C-BAB9-71DF4A068BD6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559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B7D75-722F-CC2D-B8B3-F4F7F37D3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380EB1-48D3-96E7-C4ED-2EED2608B4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2BEFC0-304C-BE81-2AB8-5B3DBC529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16981D-6BBD-0252-28FA-1CB3E9FB3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401395-ED97-C707-E026-E205B2722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6CB9B179-CD28-42CC-8AF7-C3CC3285DF15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67974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14905-573D-6E66-9DCB-17E4BFF17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205778-E1FD-60A6-C109-CFEA1AC421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D87009-FE89-B9A3-3570-A2D8CE9269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1E9A00-DDFE-F2F9-542C-D31F8CDB2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2051AF-A322-5FFB-1FE6-95337717C3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E37AEA-B833-6D62-3F0B-5258667A6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E77CE8F-BC06-4438-B2AA-B24A809FD9D6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87230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094F49-6E94-2DFD-C30C-E73C7D4E9D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8B26F2-FB30-F15B-50A1-5ECECB5E9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8B55FD-74DB-2708-2927-4BF6AF7FF3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FA071C-30C3-B343-3A97-C3C1067372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B76C22-8DA8-4465-DF9E-29E10FF8D1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787C98-C0D9-2EBA-6F63-5E941146C0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D0969A7-8FB2-21D5-B45E-C7CFEB5B7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A37ACB2-1DD1-75F2-4424-F831AEC5E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8E0FD132-3B85-4F63-90FC-E7D3EFBAECFB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59197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20841-ACFF-A904-C21C-21F3D2475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7B7C65-4CA2-AB45-A454-1AC56BA1D2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CF02F1-4EFA-F315-3E87-FFFB1CB8C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5DDA69-189E-A278-3FCF-F7C17CAB44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74A640FF-1069-46DA-81F3-1B178F69E9D8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479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34E197E-4AA5-4CEB-3544-A13ED1CAF8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3B182C-5C14-94A1-4780-C2CDE707B3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175412-86E3-E043-F31B-6E8216FCA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8A0ADDB1-C8DD-45F6-A6B0-0857E2CE88E5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552734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1F7C2-338D-0895-227B-63A0C19C87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4AFBF6-4B6A-43B1-33D0-53A50283A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544E7A-301C-5B51-BBEE-82668B4D0F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762C92-3B3C-DC5A-DD31-631DBFB76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A4E7A6-E21B-46A0-7DBE-CC744FCA2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9DBB39-4080-7F91-DEA1-2CF80C765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9C77F047-EEA4-42FC-A820-FF430D72BF5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795959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FB3EA-2DC5-8207-F21A-6D5BAC58CB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4DE3BEF-ABBD-5690-041C-763FCD9902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F3BFA3-F264-1DDD-8E42-93B7D6924A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9D75A6-464B-EF02-993B-9DFDE7904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B7F91F-A362-AD27-A945-4E190CB36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503C24-658E-0F12-019E-83FC07C05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680F3CB3-C150-4C27-9E7E-8BA1BCD616C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0869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126AD-6ECA-4802-1CA2-19B78A563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96935A-FA46-29C8-35C9-0C79F398C6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BC2370-EE12-EA5B-5B18-B2314D5483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28EE1-BDF2-EEC6-DEE2-4C792FB1D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EDEFE2-EB68-3539-7C0D-D740E0969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B1F8289C-13C0-4AB2-9101-D131B2C7161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72734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53B23D7-9973-15CF-DE05-697DE71720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1825625"/>
            <a:ext cx="1971675" cy="43513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C2C05-5110-049A-77F2-D0125F3D90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5762625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BA3E06-2C88-4F20-CBC1-337C72B57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78CB8-858E-1973-C648-C3FC5B77B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2DAF35-098E-8481-0405-9C0E65240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8CCC760C-06BE-4C17-BE77-E6B403B29ED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1298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81F8A3-C967-E85A-8179-08D8D1CD54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6839" y="228600"/>
            <a:ext cx="7923240" cy="912959"/>
          </a:xfrm>
          <a:prstGeom prst="rect">
            <a:avLst/>
          </a:prstGeom>
          <a:noFill/>
          <a:ln>
            <a:noFill/>
          </a:ln>
        </p:spPr>
        <p:txBody>
          <a:bodyPr vert="horz" lIns="90000" tIns="46800" rIns="90000" bIns="46800" anchor="ctr" anchorCtr="0" compatLnSpc="1"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CE6FDE-B595-1EC7-5E9F-AEBB4CFE8C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8160" cy="4524480"/>
          </a:xfrm>
          <a:prstGeom prst="rect">
            <a:avLst/>
          </a:prstGeom>
          <a:noFill/>
          <a:ln>
            <a:noFill/>
          </a:ln>
        </p:spPr>
        <p:txBody>
          <a:bodyPr vert="horz" lIns="90000" tIns="46800" rIns="90000" bIns="46800" anchor="t" anchorCtr="0" compatLnSpc="1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CAAEBB-8E3E-9F6C-70A9-242554BA31A9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6552719" y="6245280"/>
            <a:ext cx="2132280" cy="47448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t" anchorCtr="0" compatLnSpc="1">
            <a:noAutofit/>
          </a:bodyPr>
          <a:lstStyle>
            <a:lvl1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en-US" sz="1800" b="0" i="0" u="none" strike="noStrike" baseline="0"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5BF48D-68F1-ABEC-778A-116DFDDF766B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3123720" y="6245280"/>
            <a:ext cx="2894040" cy="47448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t" anchorCtr="0" compatLnSpc="1">
            <a:noAutofit/>
          </a:bodyPr>
          <a:lstStyle>
            <a:lvl1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he-IL" sz="1800" b="0" i="0" u="none" strike="noStrike" baseline="0"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defRPr>
            </a:lvl1pPr>
          </a:lstStyle>
          <a:p>
            <a:pPr lvl="0"/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16982C-8AB6-D8BB-D141-0E3050F50C40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457200" y="6245280"/>
            <a:ext cx="2131920" cy="47448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t" anchorCtr="0" compatLnSpc="1">
            <a:noAutofit/>
          </a:bodyPr>
          <a:lstStyle>
            <a:lvl1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en-US" sz="1800" b="0" i="0" u="none" strike="noStrike" baseline="0"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defRPr>
            </a:lvl1pPr>
          </a:lstStyle>
          <a:p>
            <a:pPr lvl="0"/>
            <a:fld id="{87B6DC20-470F-4033-BB35-A3C8982631E1}" type="slidenum">
              <a:t>‹#›</a:t>
            </a:fld>
            <a:endParaRPr lang="en-US"/>
          </a:p>
        </p:txBody>
      </p:sp>
      <p:sp>
        <p:nvSpPr>
          <p:cNvPr id="7" name="Free-form: Shape 6">
            <a:extLst>
              <a:ext uri="{FF2B5EF4-FFF2-40B4-BE49-F238E27FC236}">
                <a16:creationId xmlns:a16="http://schemas.microsoft.com/office/drawing/2014/main" id="{8C407805-832A-BB0D-4C77-E9B695545F20}"/>
              </a:ext>
            </a:extLst>
          </p:cNvPr>
          <p:cNvSpPr/>
          <p:nvPr/>
        </p:nvSpPr>
        <p:spPr>
          <a:xfrm>
            <a:off x="1828800" y="1143000"/>
            <a:ext cx="7010280" cy="1522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gradFill>
            <a:gsLst>
              <a:gs pos="0">
                <a:srgbClr val="000000"/>
              </a:gs>
              <a:gs pos="100000">
                <a:srgbClr val="FFBF00"/>
              </a:gs>
            </a:gsLst>
            <a:lin ang="3780000"/>
          </a:gradFill>
          <a:ln>
            <a:noFill/>
            <a:prstDash val="solid"/>
          </a:ln>
        </p:spPr>
        <p:txBody>
          <a:bodyPr vert="horz" wrap="none" lIns="90000" tIns="46800" rIns="90000" bIns="46800" anchor="ctr" anchorCtr="0" compatLnSpc="1">
            <a:no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34"/>
              <a:ea typeface="Arial" pitchFamily="34"/>
              <a:cs typeface="Arial" pitchFamily="34"/>
            </a:endParaRPr>
          </a:p>
        </p:txBody>
      </p:sp>
      <p:sp>
        <p:nvSpPr>
          <p:cNvPr id="8" name="Free-form: Shape 7">
            <a:extLst>
              <a:ext uri="{FF2B5EF4-FFF2-40B4-BE49-F238E27FC236}">
                <a16:creationId xmlns:a16="http://schemas.microsoft.com/office/drawing/2014/main" id="{87755464-341A-F1AE-8D02-E9B2C161B51A}"/>
              </a:ext>
            </a:extLst>
          </p:cNvPr>
          <p:cNvSpPr/>
          <p:nvPr/>
        </p:nvSpPr>
        <p:spPr>
          <a:xfrm>
            <a:off x="1828800" y="1143000"/>
            <a:ext cx="7010280" cy="1522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gradFill>
            <a:gsLst>
              <a:gs pos="0">
                <a:srgbClr val="000000"/>
              </a:gs>
              <a:gs pos="100000">
                <a:srgbClr val="FFBF00"/>
              </a:gs>
            </a:gsLst>
            <a:lin ang="3780000"/>
          </a:gradFill>
          <a:ln>
            <a:noFill/>
            <a:prstDash val="solid"/>
          </a:ln>
        </p:spPr>
        <p:txBody>
          <a:bodyPr vert="horz" wrap="none" lIns="90000" tIns="46800" rIns="90000" bIns="46800" anchor="ctr" anchorCtr="0" compatLnSpc="1">
            <a:no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34"/>
              <a:ea typeface="Arial" pitchFamily="34"/>
              <a:cs typeface="Arial" pitchFamily="34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marR="0" indent="0" algn="r" rtl="1" hangingPunct="1">
        <a:lnSpc>
          <a:spcPct val="100000"/>
        </a:lnSpc>
        <a:spcBef>
          <a:spcPts val="0"/>
        </a:spcBef>
        <a:spcAft>
          <a:spcPts val="0"/>
        </a:spcAft>
        <a:tabLst>
          <a:tab pos="0" algn="l"/>
          <a:tab pos="457200" algn="l"/>
          <a:tab pos="914400" algn="l"/>
          <a:tab pos="1371599" algn="l"/>
          <a:tab pos="1828800" algn="l"/>
          <a:tab pos="2286000" algn="l"/>
          <a:tab pos="2743199" algn="l"/>
          <a:tab pos="3200400" algn="l"/>
          <a:tab pos="3657600" algn="l"/>
          <a:tab pos="4114800" algn="l"/>
          <a:tab pos="4572000" algn="l"/>
          <a:tab pos="5029200" algn="l"/>
          <a:tab pos="5486399" algn="l"/>
          <a:tab pos="5943600" algn="l"/>
          <a:tab pos="6400799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lang="en-US" sz="6000" b="0" i="0" u="none" strike="noStrike" cap="none" baseline="0">
          <a:ln>
            <a:noFill/>
          </a:ln>
          <a:solidFill>
            <a:srgbClr val="1D0066"/>
          </a:solidFill>
          <a:effectLst>
            <a:outerShdw dist="17961" dir="2700000">
              <a:scrgbClr r="0" g="0" b="0"/>
            </a:outerShdw>
          </a:effectLst>
          <a:highlight>
            <a:scrgbClr r="0" g="0" b="0">
              <a:alpha val="0"/>
            </a:scrgbClr>
          </a:highlight>
          <a:latin typeface="Arial" pitchFamily="34"/>
          <a:cs typeface="David" pitchFamily="2"/>
        </a:defRPr>
      </a:lvl1pPr>
    </p:titleStyle>
    <p:bodyStyle>
      <a:lvl1pPr marL="342720" marR="0" indent="-342720" algn="r" rtl="1" hangingPunct="1">
        <a:lnSpc>
          <a:spcPct val="100000"/>
        </a:lnSpc>
        <a:spcBef>
          <a:spcPts val="799"/>
        </a:spcBef>
        <a:spcAft>
          <a:spcPts val="0"/>
        </a:spcAft>
        <a:tabLst>
          <a:tab pos="342720" algn="l"/>
          <a:tab pos="456840" algn="l"/>
          <a:tab pos="914040" algn="l"/>
          <a:tab pos="1371239" algn="l"/>
          <a:tab pos="1828439" algn="l"/>
          <a:tab pos="2285639" algn="l"/>
          <a:tab pos="2742839" algn="l"/>
          <a:tab pos="3200040" algn="l"/>
          <a:tab pos="3657239" algn="l"/>
          <a:tab pos="4114440" algn="l"/>
          <a:tab pos="4571639" algn="l"/>
          <a:tab pos="5028840" algn="l"/>
          <a:tab pos="5486040" algn="l"/>
          <a:tab pos="5943240" algn="l"/>
          <a:tab pos="6400440" algn="l"/>
          <a:tab pos="6857640" algn="l"/>
          <a:tab pos="7314840" algn="l"/>
          <a:tab pos="7772040" algn="l"/>
          <a:tab pos="8229240" algn="l"/>
          <a:tab pos="8686440" algn="l"/>
          <a:tab pos="9143640" algn="l"/>
        </a:tabLst>
        <a:defRPr lang="en-US" sz="3200" b="0" i="0" u="none" strike="noStrike" cap="none" baseline="0">
          <a:ln>
            <a:noFill/>
          </a:ln>
          <a:solidFill>
            <a:srgbClr val="000000"/>
          </a:solidFill>
          <a:highlight>
            <a:scrgbClr r="0" g="0" b="0">
              <a:alpha val="0"/>
            </a:scrgbClr>
          </a:highlight>
          <a:latin typeface="Arial" pitchFamily="34"/>
          <a:cs typeface="Arial" pitchFamily="34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DE480B3-7794-CDF6-6FF7-78A97E8C6C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799" y="2130120"/>
            <a:ext cx="7770959" cy="1468440"/>
          </a:xfrm>
          <a:prstGeom prst="rect">
            <a:avLst/>
          </a:prstGeom>
          <a:noFill/>
          <a:ln>
            <a:noFill/>
          </a:ln>
        </p:spPr>
        <p:txBody>
          <a:bodyPr lIns="90000" tIns="46800" rIns="90000" bIns="46800" anchor="ctr" anchorCtr="0" compatLnSpc="1"/>
          <a:lstStyle/>
          <a:p>
            <a:endParaRPr lang="en-US"/>
          </a:p>
        </p:txBody>
      </p:sp>
      <p:sp>
        <p:nvSpPr>
          <p:cNvPr id="3" name="Subtitle Placeholder 2">
            <a:extLst>
              <a:ext uri="{FF2B5EF4-FFF2-40B4-BE49-F238E27FC236}">
                <a16:creationId xmlns:a16="http://schemas.microsoft.com/office/drawing/2014/main" id="{8C7CD256-C7AD-FA98-AD1D-A2367BB569FC}"/>
              </a:ext>
            </a:extLst>
          </p:cNvPr>
          <p:cNvSpPr txBox="1">
            <a:spLocks noGrp="1"/>
          </p:cNvSpPr>
          <p:nvPr>
            <p:ph type="subTitle" sz="quarter" idx="4294967295"/>
          </p:nvPr>
        </p:nvSpPr>
        <p:spPr>
          <a:xfrm>
            <a:off x="1371599" y="3886200"/>
            <a:ext cx="6399360" cy="1751039"/>
          </a:xfrm>
          <a:prstGeom prst="rect">
            <a:avLst/>
          </a:prstGeom>
          <a:noFill/>
          <a:ln>
            <a:noFill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D30C69-8E0F-E1C4-D444-838570082D62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6552719" y="6245280"/>
            <a:ext cx="2132280" cy="47448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t" anchorCtr="0">
            <a:noAutofit/>
          </a:bodyPr>
          <a:lstStyle>
            <a:lvl1pPr marL="215640" marR="0" lvl="0" indent="-215640" algn="l" rtl="0" hangingPunct="0">
              <a:lnSpc>
                <a:spcPct val="100000"/>
              </a:lnSpc>
              <a:buNone/>
              <a:tabLst/>
              <a:defRPr lang="en-US" sz="1400" kern="1200">
                <a:latin typeface="Times New Roman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C88ED0-5BC8-68EB-4F8A-A4C1B0372B68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3123720" y="6245280"/>
            <a:ext cx="2894040" cy="47448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t" anchorCtr="0">
            <a:noAutofit/>
          </a:bodyPr>
          <a:lstStyle>
            <a:lvl1pPr marL="215640" marR="0" lvl="0" indent="-215640" algn="ctr" rtl="0" hangingPunct="0">
              <a:lnSpc>
                <a:spcPct val="100000"/>
              </a:lnSpc>
              <a:buNone/>
              <a:tabLst/>
              <a:defRPr lang="he-IL" sz="1400" kern="1200">
                <a:latin typeface="Times New Roman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123407-D400-382B-BDAE-CB26D04ED1C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457200" y="6245280"/>
            <a:ext cx="2131920" cy="47448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t" anchorCtr="0">
            <a:noAutofit/>
          </a:bodyPr>
          <a:lstStyle>
            <a:lvl1pPr marL="215640" marR="0" lvl="0" indent="-215640" algn="l" rtl="0" hangingPunct="0">
              <a:lnSpc>
                <a:spcPct val="100000"/>
              </a:lnSpc>
              <a:buNone/>
              <a:tabLst/>
              <a:defRPr lang="en-US" sz="1400" kern="1200">
                <a:latin typeface="Times New Roman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fld id="{9777875F-FC16-4B57-B3A0-2DE8500BB20E}" type="slidenum">
              <a:t>‹#›</a:t>
            </a:fld>
            <a:endParaRPr lang="en-US"/>
          </a:p>
        </p:txBody>
      </p:sp>
      <p:sp>
        <p:nvSpPr>
          <p:cNvPr id="7" name="Free-form: Shape 6">
            <a:extLst>
              <a:ext uri="{FF2B5EF4-FFF2-40B4-BE49-F238E27FC236}">
                <a16:creationId xmlns:a16="http://schemas.microsoft.com/office/drawing/2014/main" id="{34FF6C05-0C1D-C3E9-EB2D-C30FDEEBFCEF}"/>
              </a:ext>
            </a:extLst>
          </p:cNvPr>
          <p:cNvSpPr/>
          <p:nvPr/>
        </p:nvSpPr>
        <p:spPr>
          <a:xfrm>
            <a:off x="914400" y="3581279"/>
            <a:ext cx="7010280" cy="1526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gradFill>
            <a:gsLst>
              <a:gs pos="0">
                <a:srgbClr val="000000"/>
              </a:gs>
              <a:gs pos="100000">
                <a:srgbClr val="FFBF00"/>
              </a:gs>
            </a:gsLst>
            <a:lin ang="3780000"/>
          </a:gradFill>
          <a:ln>
            <a:noFill/>
            <a:prstDash val="solid"/>
          </a:ln>
        </p:spPr>
        <p:txBody>
          <a:bodyPr vert="horz" wrap="none" lIns="90000" tIns="46800" rIns="90000" bIns="46800" anchor="ctr" anchorCtr="0" compatLnSpc="1">
            <a:no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34"/>
              <a:ea typeface="Arial" pitchFamily="34"/>
              <a:cs typeface="Arial" pitchFamily="34"/>
            </a:endParaRPr>
          </a:p>
        </p:txBody>
      </p:sp>
      <p:sp>
        <p:nvSpPr>
          <p:cNvPr id="8" name="Free-form: Shape 7">
            <a:extLst>
              <a:ext uri="{FF2B5EF4-FFF2-40B4-BE49-F238E27FC236}">
                <a16:creationId xmlns:a16="http://schemas.microsoft.com/office/drawing/2014/main" id="{1BD29F97-55A5-DF23-EC81-D6DCBFDE7208}"/>
              </a:ext>
            </a:extLst>
          </p:cNvPr>
          <p:cNvSpPr/>
          <p:nvPr/>
        </p:nvSpPr>
        <p:spPr>
          <a:xfrm>
            <a:off x="914400" y="3581279"/>
            <a:ext cx="7010280" cy="1526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gradFill>
            <a:gsLst>
              <a:gs pos="0">
                <a:srgbClr val="000000"/>
              </a:gs>
              <a:gs pos="100000">
                <a:srgbClr val="FFBF00"/>
              </a:gs>
            </a:gsLst>
            <a:lin ang="3780000"/>
          </a:gradFill>
          <a:ln>
            <a:noFill/>
            <a:prstDash val="solid"/>
          </a:ln>
        </p:spPr>
        <p:txBody>
          <a:bodyPr vert="horz" wrap="none" lIns="90000" tIns="46800" rIns="90000" bIns="46800" anchor="ctr" anchorCtr="0" compatLnSpc="1">
            <a:no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34"/>
              <a:ea typeface="Arial" pitchFamily="34"/>
              <a:cs typeface="Arial" pitchFamily="34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marL="0" marR="0" indent="0" algn="r" hangingPunct="1">
        <a:lnSpc>
          <a:spcPct val="100000"/>
        </a:lnSpc>
        <a:spcBef>
          <a:spcPts val="0"/>
        </a:spcBef>
        <a:spcAft>
          <a:spcPts val="0"/>
        </a:spcAft>
        <a:tabLst>
          <a:tab pos="0" algn="l"/>
          <a:tab pos="457200" algn="l"/>
          <a:tab pos="914400" algn="l"/>
          <a:tab pos="1371599" algn="l"/>
          <a:tab pos="1828800" algn="l"/>
          <a:tab pos="2286000" algn="l"/>
          <a:tab pos="2743199" algn="l"/>
          <a:tab pos="3200400" algn="l"/>
          <a:tab pos="3657600" algn="l"/>
          <a:tab pos="4114800" algn="l"/>
          <a:tab pos="4572000" algn="l"/>
          <a:tab pos="5029200" algn="l"/>
          <a:tab pos="5486399" algn="l"/>
          <a:tab pos="5943600" algn="l"/>
          <a:tab pos="6400799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lang="en-US" sz="6000" b="0" i="0" u="none" strike="noStrike" kern="1200" cap="none" baseline="0">
          <a:ln>
            <a:noFill/>
          </a:ln>
          <a:solidFill>
            <a:srgbClr val="1D0066"/>
          </a:solidFill>
          <a:effectLst>
            <a:outerShdw dist="17961" dir="2700000">
              <a:scrgbClr r="0" g="0" b="0"/>
            </a:outerShdw>
          </a:effectLst>
          <a:highlight>
            <a:scrgbClr r="0" g="0" b="0">
              <a:alpha val="0"/>
            </a:scrgbClr>
          </a:highlight>
          <a:latin typeface="Arial" pitchFamily="34"/>
          <a:cs typeface="David" pitchFamily="2"/>
        </a:defRPr>
      </a:lvl1pPr>
    </p:titleStyle>
    <p:bodyStyle>
      <a:lvl1pPr marL="342720" marR="0" indent="-342720" algn="ctr" hangingPunct="1">
        <a:lnSpc>
          <a:spcPct val="100000"/>
        </a:lnSpc>
        <a:spcBef>
          <a:spcPts val="799"/>
        </a:spcBef>
        <a:spcAft>
          <a:spcPts val="0"/>
        </a:spcAft>
        <a:tabLst>
          <a:tab pos="342720" algn="l"/>
          <a:tab pos="456840" algn="l"/>
          <a:tab pos="914040" algn="l"/>
          <a:tab pos="1371239" algn="l"/>
          <a:tab pos="1828439" algn="l"/>
          <a:tab pos="2285639" algn="l"/>
          <a:tab pos="2742839" algn="l"/>
          <a:tab pos="3200040" algn="l"/>
          <a:tab pos="3657239" algn="l"/>
          <a:tab pos="4114440" algn="l"/>
          <a:tab pos="4571639" algn="l"/>
          <a:tab pos="5028840" algn="l"/>
          <a:tab pos="5486040" algn="l"/>
          <a:tab pos="5943240" algn="l"/>
          <a:tab pos="6400440" algn="l"/>
          <a:tab pos="6857640" algn="l"/>
          <a:tab pos="7314840" algn="l"/>
          <a:tab pos="7772040" algn="l"/>
          <a:tab pos="8229240" algn="l"/>
          <a:tab pos="8686440" algn="l"/>
          <a:tab pos="9143640" algn="l"/>
        </a:tabLst>
        <a:defRPr lang="en-US" sz="3200" b="0" i="0" u="none" strike="noStrike" kern="1200" cap="none" baseline="0">
          <a:ln>
            <a:noFill/>
          </a:ln>
          <a:solidFill>
            <a:srgbClr val="000000"/>
          </a:solidFill>
          <a:highlight>
            <a:scrgbClr r="0" g="0" b="0">
              <a:alpha val="0"/>
            </a:scrgbClr>
          </a:highlight>
          <a:latin typeface="Arial" pitchFamily="34"/>
          <a:cs typeface="Arial" pitchFamily="34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4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://www.psychologymatch.org/students/FAQ.aspx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youtu.be/xt4B2Xu3FvE" TargetMode="External"/><Relationship Id="rId4" Type="http://schemas.openxmlformats.org/officeDocument/2006/relationships/hyperlink" Target="https://lsp.ekmd.huji.ac.il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C4E7C-789B-2F82-EBA6-57EDBC046AA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235440" cy="6860160"/>
          </a:xfrm>
        </p:spPr>
        <p:txBody>
          <a:bodyPr/>
          <a:lstStyle/>
          <a:p>
            <a:pPr lvl="0" algn="ctr"/>
            <a:br>
              <a:rPr lang="en-US" sz="2800" b="1">
                <a:latin typeface="David CLM" pitchFamily="34"/>
              </a:rPr>
            </a:br>
            <a:br>
              <a:rPr lang="en-US" sz="2800" b="1">
                <a:latin typeface="David CLM" pitchFamily="34"/>
              </a:rPr>
            </a:br>
            <a:br>
              <a:rPr lang="en-US" sz="2800">
                <a:latin typeface="David CLM" pitchFamily="34"/>
              </a:rPr>
            </a:br>
            <a:r>
              <a:rPr lang="en-US" sz="2800">
                <a:solidFill>
                  <a:srgbClr val="009933"/>
                </a:solidFill>
                <a:latin typeface="David CLM" pitchFamily="34"/>
              </a:rPr>
              <a:t>"</a:t>
            </a:r>
            <a:r>
              <a:rPr lang="he-IL" sz="2800">
                <a:solidFill>
                  <a:srgbClr val="009933"/>
                </a:solidFill>
                <a:cs typeface="David CLM" pitchFamily="2"/>
              </a:rPr>
              <a:t>מטרוניתא שאלה את ר' יוסי בר חלפתא, </a:t>
            </a:r>
            <a:br>
              <a:rPr lang="en-US" sz="2800">
                <a:solidFill>
                  <a:srgbClr val="009933"/>
                </a:solidFill>
                <a:cs typeface="David CLM" pitchFamily="2"/>
              </a:rPr>
            </a:br>
            <a:r>
              <a:rPr lang="he-IL" sz="2800">
                <a:solidFill>
                  <a:srgbClr val="009933"/>
                </a:solidFill>
                <a:cs typeface="David CLM" pitchFamily="2"/>
              </a:rPr>
              <a:t>אמרה לו: בכמה ימים ברא הקב"ה את עולמו? </a:t>
            </a:r>
            <a:br>
              <a:rPr lang="en-US" sz="2800">
                <a:solidFill>
                  <a:srgbClr val="009933"/>
                </a:solidFill>
                <a:cs typeface="David CLM" pitchFamily="2"/>
              </a:rPr>
            </a:br>
            <a:r>
              <a:rPr lang="he-IL" sz="2800">
                <a:solidFill>
                  <a:srgbClr val="009933"/>
                </a:solidFill>
                <a:cs typeface="David CLM" pitchFamily="2"/>
              </a:rPr>
              <a:t>אמר לה: לששת ימים... </a:t>
            </a:r>
            <a:br>
              <a:rPr lang="en-US" sz="2800">
                <a:solidFill>
                  <a:srgbClr val="009933"/>
                </a:solidFill>
                <a:cs typeface="David CLM" pitchFamily="2"/>
              </a:rPr>
            </a:br>
            <a:r>
              <a:rPr lang="he-IL" sz="2800">
                <a:solidFill>
                  <a:srgbClr val="009933"/>
                </a:solidFill>
                <a:cs typeface="David CLM" pitchFamily="2"/>
              </a:rPr>
              <a:t>אמרה לו: ומאותה שעה עד עכשיו מהו יושב ועושה? </a:t>
            </a:r>
            <a:br>
              <a:rPr lang="en-US" sz="2800">
                <a:solidFill>
                  <a:srgbClr val="009933"/>
                </a:solidFill>
                <a:cs typeface="David CLM" pitchFamily="2"/>
              </a:rPr>
            </a:br>
            <a:r>
              <a:rPr lang="he-IL" sz="2800">
                <a:solidFill>
                  <a:srgbClr val="009933"/>
                </a:solidFill>
                <a:cs typeface="David CLM" pitchFamily="2"/>
              </a:rPr>
              <a:t>אמר לה: </a:t>
            </a:r>
            <a:r>
              <a:rPr lang="he-IL" sz="2800" b="1">
                <a:solidFill>
                  <a:srgbClr val="009933"/>
                </a:solidFill>
                <a:cs typeface="David CLM" pitchFamily="2"/>
              </a:rPr>
              <a:t>מזווג זיווגים</a:t>
            </a:r>
            <a:r>
              <a:rPr lang="en-US" sz="2800">
                <a:solidFill>
                  <a:srgbClr val="009933"/>
                </a:solidFill>
                <a:cs typeface="David CLM" pitchFamily="2"/>
              </a:rPr>
              <a:t>... ואם קלה היא בעינייך, קשה היא לפני הקדוש ברוך הוא כקריעת ים סוף" (ויקרא רבה ח א)</a:t>
            </a:r>
            <a:r>
              <a:rPr lang="en-US" sz="2800">
                <a:solidFill>
                  <a:srgbClr val="009933"/>
                </a:solidFill>
                <a:latin typeface="David CLM" pitchFamily="34"/>
              </a:rPr>
              <a:t>.</a:t>
            </a:r>
            <a:br>
              <a:rPr lang="en-US" sz="2800" b="1">
                <a:latin typeface="David CLM" pitchFamily="34"/>
              </a:rPr>
            </a:br>
            <a:r>
              <a:rPr lang="he-IL" sz="8000" b="1"/>
              <a:t>אלגוריתמי שידוך</a:t>
            </a:r>
            <a:br>
              <a:rPr lang="en-US" sz="8000" b="1"/>
            </a:br>
            <a:r>
              <a:rPr lang="he-IL" sz="4000" b="1"/>
              <a:t>אראל סגל-הלוי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0E065-877A-B1F3-5C05-11E5ABFE983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56839" y="181080"/>
            <a:ext cx="7923240" cy="1008359"/>
          </a:xfrm>
        </p:spPr>
        <p:txBody>
          <a:bodyPr/>
          <a:lstStyle/>
          <a:p>
            <a:pPr lvl="0" algn="l" rtl="0"/>
            <a:r>
              <a:rPr lang="he-IL"/>
              <a:t>שיבוצים ושידוכים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B8F974-E525-A4DC-4D2A-FFEAF3362C6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lvl="0" algn="l" rtl="0"/>
            <a:r>
              <a:rPr lang="he-IL" b="1">
                <a:solidFill>
                  <a:srgbClr val="009900"/>
                </a:solidFill>
              </a:rPr>
              <a:t>שאלה</a:t>
            </a:r>
            <a:r>
              <a:rPr lang="en-US">
                <a:solidFill>
                  <a:srgbClr val="009900"/>
                </a:solidFill>
              </a:rPr>
              <a:t>: מה ההבדל בין הבעיות הבאות:</a:t>
            </a:r>
          </a:p>
          <a:p>
            <a:pPr lvl="0" algn="l" rtl="0"/>
            <a:r>
              <a:rPr lang="he-IL">
                <a:solidFill>
                  <a:srgbClr val="009900"/>
                </a:solidFill>
              </a:rPr>
              <a:t>א. שיבוץ סטודנטים לחדרים בדירה שכורה;</a:t>
            </a:r>
          </a:p>
          <a:p>
            <a:pPr lvl="0" algn="l" rtl="0"/>
            <a:r>
              <a:rPr lang="he-IL">
                <a:solidFill>
                  <a:srgbClr val="009900"/>
                </a:solidFill>
              </a:rPr>
              <a:t>ב. שיבוץ סטודנטים למחלקות באוניברסיטה?</a:t>
            </a:r>
          </a:p>
          <a:p>
            <a:pPr lvl="0" algn="l" rtl="0"/>
            <a:endParaRPr lang="en-US"/>
          </a:p>
          <a:p>
            <a:pPr lvl="0" algn="l" rtl="0"/>
            <a:r>
              <a:rPr lang="he-IL" b="1">
                <a:solidFill>
                  <a:srgbClr val="0000FF"/>
                </a:solidFill>
              </a:rPr>
              <a:t>תשובה</a:t>
            </a:r>
            <a:r>
              <a:rPr lang="en-US">
                <a:solidFill>
                  <a:srgbClr val="0000FF"/>
                </a:solidFill>
              </a:rPr>
              <a:t>:</a:t>
            </a:r>
          </a:p>
          <a:p>
            <a:pPr lvl="0" algn="l" rtl="0"/>
            <a:r>
              <a:rPr lang="he-IL">
                <a:solidFill>
                  <a:srgbClr val="0000FF"/>
                </a:solidFill>
              </a:rPr>
              <a:t>בעיה א </a:t>
            </a:r>
            <a:r>
              <a:rPr lang="he-IL" i="1">
                <a:solidFill>
                  <a:srgbClr val="0000FF"/>
                </a:solidFill>
              </a:rPr>
              <a:t>חד צדדית</a:t>
            </a:r>
            <a:r>
              <a:rPr lang="en-US">
                <a:solidFill>
                  <a:srgbClr val="0000FF"/>
                </a:solidFill>
              </a:rPr>
              <a:t> – רק לסטודנטים יש העדפות.</a:t>
            </a:r>
          </a:p>
          <a:p>
            <a:pPr lvl="0" algn="l" rtl="0"/>
            <a:r>
              <a:rPr lang="he-IL">
                <a:solidFill>
                  <a:srgbClr val="0000FF"/>
                </a:solidFill>
              </a:rPr>
              <a:t>בעיה ב </a:t>
            </a:r>
            <a:r>
              <a:rPr lang="he-IL" i="1">
                <a:solidFill>
                  <a:srgbClr val="0000FF"/>
                </a:solidFill>
              </a:rPr>
              <a:t>דו צדדית</a:t>
            </a:r>
            <a:r>
              <a:rPr lang="en-US">
                <a:solidFill>
                  <a:srgbClr val="0000FF"/>
                </a:solidFill>
              </a:rPr>
              <a:t> – גם למחלקות יש העדפות.</a:t>
            </a:r>
          </a:p>
          <a:p>
            <a:pPr lvl="0" algn="l" rtl="0"/>
            <a:endParaRPr lang="en-US">
              <a:solidFill>
                <a:srgbClr val="0000FF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A2BE6-1028-C613-7F11-2A37B7A9CBF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56839" y="181080"/>
            <a:ext cx="7923240" cy="1008359"/>
          </a:xfrm>
        </p:spPr>
        <p:txBody>
          <a:bodyPr/>
          <a:lstStyle/>
          <a:p>
            <a:pPr lvl="0" algn="l" rtl="0"/>
            <a:r>
              <a:rPr lang="he-IL"/>
              <a:t>שוק דו-צדדי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E9B82A-A793-AB0D-54F4-9C19E88C4E40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48640" y="1645920"/>
            <a:ext cx="8228160" cy="5074920"/>
          </a:xfrm>
        </p:spPr>
        <p:txBody>
          <a:bodyPr/>
          <a:lstStyle/>
          <a:p>
            <a:pPr lvl="0" algn="l" rtl="0"/>
            <a:r>
              <a:rPr lang="he-IL" b="1"/>
              <a:t>הגדרה</a:t>
            </a:r>
            <a:r>
              <a:rPr lang="en-US"/>
              <a:t>: </a:t>
            </a:r>
            <a:r>
              <a:rPr lang="he-IL" i="1"/>
              <a:t>שוק דו-צדדי</a:t>
            </a:r>
            <a:r>
              <a:rPr lang="en-US"/>
              <a:t> הוא שוק שבו צריך להתאים בין משתתפים משתי קבוצות, כאשר לכל משתתף מכל אחת מהקבוצות יש העדפות שונות.</a:t>
            </a:r>
          </a:p>
          <a:p>
            <a:pPr lvl="0" algn="l" rtl="0"/>
            <a:r>
              <a:rPr lang="he-IL">
                <a:solidFill>
                  <a:srgbClr val="CE181E"/>
                </a:solidFill>
              </a:rPr>
              <a:t>בשוק דו-צדדי אי-אפשר לצפות להגינות. </a:t>
            </a:r>
            <a:r>
              <a:rPr lang="he-IL">
                <a:solidFill>
                  <a:srgbClr val="00CC00"/>
                </a:solidFill>
              </a:rPr>
              <a:t>מה כן?</a:t>
            </a:r>
          </a:p>
          <a:p>
            <a:pPr lvl="0" algn="l" rtl="0"/>
            <a:r>
              <a:rPr lang="en-US">
                <a:solidFill>
                  <a:srgbClr val="00CC00"/>
                </a:solidFill>
              </a:rPr>
              <a:t>1. יעילות פארטו;</a:t>
            </a:r>
          </a:p>
          <a:p>
            <a:pPr lvl="0" algn="l" rtl="0"/>
            <a:r>
              <a:rPr lang="en-US" i="1">
                <a:solidFill>
                  <a:srgbClr val="00CC00"/>
                </a:solidFill>
              </a:rPr>
              <a:t>2. יציבות – ראו בשקף הבא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C6708E-78E0-F054-6375-EBFA5801438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56839" y="181080"/>
            <a:ext cx="7923240" cy="1008359"/>
          </a:xfrm>
        </p:spPr>
        <p:txBody>
          <a:bodyPr/>
          <a:lstStyle/>
          <a:p>
            <a:pPr lvl="0" algn="l" rtl="0"/>
            <a:r>
              <a:rPr lang="he-IL"/>
              <a:t>שוק דו-צדדי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6ADD35-5D6B-8F0E-2E73-0B16B3CFC91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57200" y="1371599"/>
            <a:ext cx="8228160" cy="5486399"/>
          </a:xfrm>
        </p:spPr>
        <p:txBody>
          <a:bodyPr/>
          <a:lstStyle/>
          <a:p>
            <a:pPr lvl="0" algn="l" rtl="0"/>
            <a:r>
              <a:rPr lang="he-IL" b="1">
                <a:solidFill>
                  <a:srgbClr val="0000FF"/>
                </a:solidFill>
              </a:rPr>
              <a:t>דוגמה</a:t>
            </a:r>
            <a:r>
              <a:rPr lang="en-US">
                <a:solidFill>
                  <a:srgbClr val="0000FF"/>
                </a:solidFill>
              </a:rPr>
              <a:t>: שני סטודנטים ס</a:t>
            </a:r>
            <a:r>
              <a:rPr lang="en-US" baseline="-33000">
                <a:solidFill>
                  <a:srgbClr val="0000FF"/>
                </a:solidFill>
              </a:rPr>
              <a:t>1</a:t>
            </a:r>
            <a:r>
              <a:rPr lang="en-US">
                <a:solidFill>
                  <a:srgbClr val="0000FF"/>
                </a:solidFill>
              </a:rPr>
              <a:t>, ס</a:t>
            </a:r>
            <a:r>
              <a:rPr lang="en-US" baseline="-33000">
                <a:solidFill>
                  <a:srgbClr val="0000FF"/>
                </a:solidFill>
              </a:rPr>
              <a:t>2</a:t>
            </a:r>
            <a:r>
              <a:rPr lang="en-US">
                <a:solidFill>
                  <a:srgbClr val="0000FF"/>
                </a:solidFill>
              </a:rPr>
              <a:t>  </a:t>
            </a:r>
            <a:r>
              <a:rPr lang="he-IL">
                <a:solidFill>
                  <a:srgbClr val="0000FF"/>
                </a:solidFill>
              </a:rPr>
              <a:t>ושתי מחלקות מ</a:t>
            </a:r>
            <a:r>
              <a:rPr lang="en-US" baseline="-33000">
                <a:solidFill>
                  <a:srgbClr val="0000FF"/>
                </a:solidFill>
              </a:rPr>
              <a:t>1</a:t>
            </a:r>
            <a:r>
              <a:rPr lang="en-US">
                <a:solidFill>
                  <a:srgbClr val="0000FF"/>
                </a:solidFill>
              </a:rPr>
              <a:t>, מ</a:t>
            </a:r>
            <a:r>
              <a:rPr lang="en-US" baseline="-33000">
                <a:solidFill>
                  <a:srgbClr val="0000FF"/>
                </a:solidFill>
              </a:rPr>
              <a:t>2</a:t>
            </a:r>
          </a:p>
          <a:p>
            <a:pPr lvl="0" algn="l" rtl="0"/>
            <a:r>
              <a:rPr lang="he-IL">
                <a:solidFill>
                  <a:srgbClr val="0000FF"/>
                </a:solidFill>
              </a:rPr>
              <a:t>הסטודנטים מדרגים מ</a:t>
            </a:r>
            <a:r>
              <a:rPr lang="en-US" baseline="-33000">
                <a:solidFill>
                  <a:srgbClr val="0000FF"/>
                </a:solidFill>
              </a:rPr>
              <a:t>1</a:t>
            </a:r>
            <a:r>
              <a:rPr lang="en-US">
                <a:solidFill>
                  <a:srgbClr val="0000FF"/>
                </a:solidFill>
              </a:rPr>
              <a:t>&gt;מ</a:t>
            </a:r>
            <a:r>
              <a:rPr lang="en-US" baseline="-33000">
                <a:solidFill>
                  <a:srgbClr val="0000FF"/>
                </a:solidFill>
              </a:rPr>
              <a:t>2</a:t>
            </a:r>
            <a:r>
              <a:rPr lang="en-US">
                <a:solidFill>
                  <a:srgbClr val="0000FF"/>
                </a:solidFill>
              </a:rPr>
              <a:t>,  </a:t>
            </a:r>
            <a:r>
              <a:rPr lang="he-IL">
                <a:solidFill>
                  <a:srgbClr val="0000FF"/>
                </a:solidFill>
              </a:rPr>
              <a:t>המחלקות מדרגות ס</a:t>
            </a:r>
            <a:r>
              <a:rPr lang="en-US" baseline="-33000">
                <a:solidFill>
                  <a:srgbClr val="0000FF"/>
                </a:solidFill>
              </a:rPr>
              <a:t>1</a:t>
            </a:r>
            <a:r>
              <a:rPr lang="en-US">
                <a:solidFill>
                  <a:srgbClr val="0000FF"/>
                </a:solidFill>
              </a:rPr>
              <a:t>&gt;ס</a:t>
            </a:r>
            <a:r>
              <a:rPr lang="en-US" baseline="-33000">
                <a:solidFill>
                  <a:srgbClr val="0000FF"/>
                </a:solidFill>
              </a:rPr>
              <a:t>2</a:t>
            </a:r>
            <a:r>
              <a:rPr lang="en-US">
                <a:solidFill>
                  <a:srgbClr val="0000FF"/>
                </a:solidFill>
              </a:rPr>
              <a:t>.</a:t>
            </a:r>
          </a:p>
          <a:p>
            <a:pPr lvl="0" algn="l" rtl="0"/>
            <a:r>
              <a:rPr lang="he-IL">
                <a:solidFill>
                  <a:srgbClr val="0000FF"/>
                </a:solidFill>
              </a:rPr>
              <a:t>נתבונן בשידוך:</a:t>
            </a:r>
          </a:p>
          <a:p>
            <a:pPr lvl="0" algn="l" rtl="0"/>
            <a:r>
              <a:rPr lang="en-US">
                <a:solidFill>
                  <a:srgbClr val="0000FF"/>
                </a:solidFill>
              </a:rPr>
              <a:t>        </a:t>
            </a:r>
            <a:r>
              <a:rPr lang="he-IL">
                <a:solidFill>
                  <a:srgbClr val="0000FF"/>
                </a:solidFill>
              </a:rPr>
              <a:t>ס</a:t>
            </a:r>
            <a:r>
              <a:rPr lang="en-US" baseline="-33000">
                <a:solidFill>
                  <a:srgbClr val="0000FF"/>
                </a:solidFill>
              </a:rPr>
              <a:t>1</a:t>
            </a:r>
            <a:r>
              <a:rPr lang="en-US">
                <a:solidFill>
                  <a:srgbClr val="0000FF"/>
                </a:solidFill>
              </a:rPr>
              <a:t> – מ</a:t>
            </a:r>
            <a:r>
              <a:rPr lang="en-US" baseline="-33000">
                <a:solidFill>
                  <a:srgbClr val="0000FF"/>
                </a:solidFill>
              </a:rPr>
              <a:t>2</a:t>
            </a:r>
            <a:r>
              <a:rPr lang="en-US">
                <a:solidFill>
                  <a:srgbClr val="0000FF"/>
                </a:solidFill>
              </a:rPr>
              <a:t>                                    </a:t>
            </a:r>
            <a:r>
              <a:rPr lang="he-IL">
                <a:solidFill>
                  <a:srgbClr val="0000FF"/>
                </a:solidFill>
              </a:rPr>
              <a:t>ס</a:t>
            </a:r>
            <a:r>
              <a:rPr lang="en-US" baseline="-33000">
                <a:solidFill>
                  <a:srgbClr val="0000FF"/>
                </a:solidFill>
              </a:rPr>
              <a:t>2</a:t>
            </a:r>
            <a:r>
              <a:rPr lang="en-US">
                <a:solidFill>
                  <a:srgbClr val="0000FF"/>
                </a:solidFill>
              </a:rPr>
              <a:t> - מ</a:t>
            </a:r>
            <a:r>
              <a:rPr lang="en-US" baseline="-33000">
                <a:solidFill>
                  <a:srgbClr val="0000FF"/>
                </a:solidFill>
              </a:rPr>
              <a:t>1</a:t>
            </a:r>
          </a:p>
          <a:p>
            <a:pPr lvl="0" algn="l" rtl="0"/>
            <a:r>
              <a:rPr lang="he-IL">
                <a:solidFill>
                  <a:srgbClr val="009900"/>
                </a:solidFill>
              </a:rPr>
              <a:t>האם השידוך יעיל פארטו?</a:t>
            </a:r>
          </a:p>
          <a:p>
            <a:pPr lvl="0" algn="l" rtl="0"/>
            <a:r>
              <a:rPr lang="en-US">
                <a:solidFill>
                  <a:srgbClr val="0000FF"/>
                </a:solidFill>
              </a:rPr>
              <a:t>- כן.</a:t>
            </a:r>
          </a:p>
          <a:p>
            <a:pPr lvl="0" algn="l" rtl="0"/>
            <a:r>
              <a:rPr lang="he-IL">
                <a:solidFill>
                  <a:srgbClr val="009900"/>
                </a:solidFill>
              </a:rPr>
              <a:t>אבל מה יקרה אם מחלקה מ</a:t>
            </a:r>
            <a:r>
              <a:rPr lang="en-US" baseline="-33000">
                <a:solidFill>
                  <a:srgbClr val="009900"/>
                </a:solidFill>
              </a:rPr>
              <a:t>1</a:t>
            </a:r>
            <a:r>
              <a:rPr lang="en-US">
                <a:solidFill>
                  <a:srgbClr val="009900"/>
                </a:solidFill>
              </a:rPr>
              <a:t> תפנה לסטודנט </a:t>
            </a:r>
            <a:r>
              <a:rPr lang="he-IL">
                <a:solidFill>
                  <a:srgbClr val="009900"/>
                </a:solidFill>
              </a:rPr>
              <a:t>ס</a:t>
            </a:r>
            <a:r>
              <a:rPr lang="en-US" baseline="-33000">
                <a:solidFill>
                  <a:srgbClr val="009900"/>
                </a:solidFill>
              </a:rPr>
              <a:t>1</a:t>
            </a:r>
            <a:r>
              <a:rPr lang="en-US">
                <a:solidFill>
                  <a:srgbClr val="009900"/>
                </a:solidFill>
              </a:rPr>
              <a:t>?</a:t>
            </a:r>
          </a:p>
          <a:p>
            <a:pPr lvl="0" algn="l" rtl="0"/>
            <a:r>
              <a:rPr lang="en-US">
                <a:solidFill>
                  <a:srgbClr val="FF3333"/>
                </a:solidFill>
              </a:rPr>
              <a:t>- השידוך יתפרק! אנשים לא ישתפו פעולה.     </a:t>
            </a:r>
          </a:p>
          <a:p>
            <a:pPr lvl="0" algn="l" rtl="0"/>
            <a:r>
              <a:rPr lang="en-US" i="1">
                <a:solidFill>
                  <a:srgbClr val="FF3333"/>
                </a:solidFill>
              </a:rPr>
              <a:t>                                   </a:t>
            </a:r>
            <a:r>
              <a:rPr lang="he-IL" i="1">
                <a:solidFill>
                  <a:srgbClr val="FF3333"/>
                </a:solidFill>
              </a:rPr>
              <a:t>השוק ייפרם (</a:t>
            </a:r>
            <a:r>
              <a:rPr lang="en-US" i="1">
                <a:solidFill>
                  <a:srgbClr val="FF3333"/>
                </a:solidFill>
              </a:rPr>
              <a:t>unravel).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6D7DF-5460-A6D6-00ED-005EE86DEAB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56839" y="228600"/>
            <a:ext cx="7924680" cy="914400"/>
          </a:xfrm>
        </p:spPr>
        <p:txBody>
          <a:bodyPr wrap="square">
            <a:noAutofit/>
          </a:bodyPr>
          <a:lstStyle/>
          <a:p>
            <a:pPr lvl="0" algn="l" rtl="0"/>
            <a:r>
              <a:rPr lang="he-IL"/>
              <a:t>שידוכים יציבים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A783C9-28BC-F0D2-139B-B81818828C8B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49360" y="1646280"/>
            <a:ext cx="8229600" cy="4525920"/>
          </a:xfrm>
        </p:spPr>
        <p:txBody>
          <a:bodyPr wrap="square"/>
          <a:lstStyle/>
          <a:p>
            <a:pPr lvl="0" indent="-341280" algn="l" rtl="0">
              <a:lnSpc>
                <a:spcPct val="90000"/>
              </a:lnSpc>
            </a:pPr>
            <a:r>
              <a:rPr lang="he-IL" b="1">
                <a:effectLst>
                  <a:outerShdw dist="17961" dir="2700000">
                    <a:scrgbClr r="0" g="0" b="0"/>
                  </a:outerShdw>
                </a:effectLst>
              </a:rPr>
              <a:t>הגדרה: </a:t>
            </a:r>
            <a:r>
              <a:rPr lang="he-IL" b="1">
                <a:solidFill>
                  <a:srgbClr val="FF0000"/>
                </a:solidFill>
                <a:effectLst>
                  <a:outerShdw dist="17961" dir="2700000">
                    <a:scrgbClr r="0" g="0" b="0"/>
                  </a:outerShdw>
                </a:effectLst>
              </a:rPr>
              <a:t>זוג מערער</a:t>
            </a:r>
            <a:r>
              <a:rPr lang="he-IL">
                <a:effectLst>
                  <a:outerShdw dist="17961" dir="2700000">
                    <a:scrgbClr r="0" g="0" b="0"/>
                  </a:outerShdw>
                </a:effectLst>
              </a:rPr>
              <a:t>:</a:t>
            </a:r>
          </a:p>
          <a:p>
            <a:pPr marL="0" lvl="0" indent="0" algn="l" rtl="0">
              <a:lnSpc>
                <a:spcPct val="90000"/>
              </a:lnSpc>
              <a:buClr>
                <a:srgbClr val="000000"/>
              </a:buClr>
              <a:buSzPct val="100000"/>
              <a:buFont typeface="Arial" pitchFamily="34"/>
              <a:buChar char="•"/>
              <a:tabLst>
                <a:tab pos="0" algn="l"/>
                <a:tab pos="114120" algn="l"/>
                <a:tab pos="571320" algn="l"/>
                <a:tab pos="1028519" algn="l"/>
                <a:tab pos="1485719" algn="l"/>
                <a:tab pos="1942919" algn="l"/>
                <a:tab pos="2400119" algn="l"/>
                <a:tab pos="2857320" algn="l"/>
                <a:tab pos="3314519" algn="l"/>
                <a:tab pos="3771720" algn="l"/>
                <a:tab pos="4228919" algn="l"/>
                <a:tab pos="4686120" algn="l"/>
                <a:tab pos="5143320" algn="l"/>
                <a:tab pos="5600520" algn="l"/>
                <a:tab pos="6057720" algn="l"/>
                <a:tab pos="6514920" algn="l"/>
                <a:tab pos="6972120" algn="l"/>
                <a:tab pos="7429320" algn="l"/>
                <a:tab pos="7886520" algn="l"/>
                <a:tab pos="8343720" algn="l"/>
                <a:tab pos="8800920" algn="l"/>
              </a:tabLst>
            </a:pPr>
            <a:r>
              <a:rPr lang="he-IL"/>
              <a:t>סטודנט ומחלקה שאינם משודכים, והם מעדיפים זה את זו על פני ה"שידוכים" הנוכחיים שלהם.</a:t>
            </a:r>
          </a:p>
          <a:p>
            <a:pPr marL="341280" lvl="0" indent="-341280" algn="l" rtl="0">
              <a:lnSpc>
                <a:spcPct val="90000"/>
              </a:lnSpc>
              <a:tabLst>
                <a:tab pos="341280" algn="l"/>
                <a:tab pos="455400" algn="l"/>
                <a:tab pos="912600" algn="l"/>
                <a:tab pos="1369799" algn="l"/>
                <a:tab pos="1826999" algn="l"/>
                <a:tab pos="2284199" algn="l"/>
                <a:tab pos="2741399" algn="l"/>
                <a:tab pos="3198600" algn="l"/>
                <a:tab pos="3655799" algn="l"/>
                <a:tab pos="4113000" algn="l"/>
                <a:tab pos="4570199" algn="l"/>
                <a:tab pos="5027400" algn="l"/>
                <a:tab pos="5484600" algn="l"/>
                <a:tab pos="5941800" algn="l"/>
                <a:tab pos="6399000" algn="l"/>
                <a:tab pos="6856200" algn="l"/>
                <a:tab pos="7313400" algn="l"/>
                <a:tab pos="7770600" algn="l"/>
                <a:tab pos="8227800" algn="l"/>
                <a:tab pos="8685000" algn="l"/>
                <a:tab pos="9142200" algn="l"/>
              </a:tabLst>
            </a:pPr>
            <a:endParaRPr lang="he-IL"/>
          </a:p>
          <a:p>
            <a:pPr lvl="0" indent="-341280" algn="l" rtl="0">
              <a:lnSpc>
                <a:spcPct val="90000"/>
              </a:lnSpc>
            </a:pPr>
            <a:r>
              <a:rPr lang="he-IL" b="1"/>
              <a:t>הגדרה:</a:t>
            </a:r>
            <a:r>
              <a:rPr lang="he-IL"/>
              <a:t> </a:t>
            </a:r>
            <a:r>
              <a:rPr lang="he-IL" b="1">
                <a:solidFill>
                  <a:srgbClr val="0000CC"/>
                </a:solidFill>
              </a:rPr>
              <a:t>שידוך </a:t>
            </a:r>
            <a:r>
              <a:rPr lang="he-IL" b="1">
                <a:solidFill>
                  <a:srgbClr val="0000CC"/>
                </a:solidFill>
                <a:effectLst>
                  <a:outerShdw dist="17961" dir="2700000">
                    <a:scrgbClr r="0" g="0" b="0"/>
                  </a:outerShdw>
                </a:effectLst>
              </a:rPr>
              <a:t>יציב</a:t>
            </a:r>
            <a:r>
              <a:rPr lang="he-IL">
                <a:solidFill>
                  <a:srgbClr val="0033CC"/>
                </a:solidFill>
                <a:effectLst>
                  <a:outerShdw dist="17961" dir="2700000">
                    <a:scrgbClr r="0" g="0" b="0"/>
                  </a:outerShdw>
                </a:effectLst>
              </a:rPr>
              <a:t>:</a:t>
            </a:r>
          </a:p>
          <a:p>
            <a:pPr marL="0" lvl="0" indent="0" algn="l" rtl="0">
              <a:lnSpc>
                <a:spcPct val="90000"/>
              </a:lnSpc>
              <a:buClr>
                <a:srgbClr val="000000"/>
              </a:buClr>
              <a:buSzPct val="100000"/>
              <a:buFont typeface="Arial" pitchFamily="34"/>
              <a:buChar char="•"/>
              <a:tabLst>
                <a:tab pos="0" algn="l"/>
                <a:tab pos="114120" algn="l"/>
                <a:tab pos="571320" algn="l"/>
                <a:tab pos="1028519" algn="l"/>
                <a:tab pos="1485719" algn="l"/>
                <a:tab pos="1942919" algn="l"/>
                <a:tab pos="2400119" algn="l"/>
                <a:tab pos="2857320" algn="l"/>
                <a:tab pos="3314519" algn="l"/>
                <a:tab pos="3771720" algn="l"/>
                <a:tab pos="4228919" algn="l"/>
                <a:tab pos="4686120" algn="l"/>
                <a:tab pos="5143320" algn="l"/>
                <a:tab pos="5600520" algn="l"/>
                <a:tab pos="6057720" algn="l"/>
                <a:tab pos="6514920" algn="l"/>
                <a:tab pos="6972120" algn="l"/>
                <a:tab pos="7429320" algn="l"/>
                <a:tab pos="7886520" algn="l"/>
                <a:tab pos="8343720" algn="l"/>
                <a:tab pos="8800920" algn="l"/>
              </a:tabLst>
            </a:pPr>
            <a:r>
              <a:rPr lang="he-IL"/>
              <a:t>שידוך בלי זוגות מערערים.</a:t>
            </a:r>
          </a:p>
          <a:p>
            <a:pPr marL="0" lvl="0" indent="0" algn="l" rtl="0">
              <a:lnSpc>
                <a:spcPct val="90000"/>
              </a:lnSpc>
              <a:buClr>
                <a:srgbClr val="000000"/>
              </a:buClr>
              <a:buSzPct val="100000"/>
              <a:buFont typeface="Arial" pitchFamily="34"/>
              <a:buChar char="•"/>
              <a:tabLst>
                <a:tab pos="0" algn="l"/>
                <a:tab pos="114120" algn="l"/>
                <a:tab pos="571320" algn="l"/>
                <a:tab pos="1028519" algn="l"/>
                <a:tab pos="1485719" algn="l"/>
                <a:tab pos="1942919" algn="l"/>
                <a:tab pos="2400119" algn="l"/>
                <a:tab pos="2857320" algn="l"/>
                <a:tab pos="3314519" algn="l"/>
                <a:tab pos="3771720" algn="l"/>
                <a:tab pos="4228919" algn="l"/>
                <a:tab pos="4686120" algn="l"/>
                <a:tab pos="5143320" algn="l"/>
                <a:tab pos="5600520" algn="l"/>
                <a:tab pos="6057720" algn="l"/>
                <a:tab pos="6514920" algn="l"/>
                <a:tab pos="6972120" algn="l"/>
                <a:tab pos="7429320" algn="l"/>
                <a:tab pos="7886520" algn="l"/>
                <a:tab pos="8343720" algn="l"/>
                <a:tab pos="8800920" algn="l"/>
              </a:tabLst>
            </a:pPr>
            <a:endParaRPr lang="he-IL"/>
          </a:p>
          <a:p>
            <a:pPr lvl="0" indent="-341280" algn="l" rtl="0">
              <a:spcBef>
                <a:spcPts val="400"/>
              </a:spcBef>
            </a:pPr>
            <a:r>
              <a:rPr lang="he-IL" sz="2800"/>
              <a:t> </a:t>
            </a:r>
            <a:r>
              <a:rPr lang="he-IL" sz="1800"/>
              <a:t>השקפים הבאים מבוססים על מצגת של פרופ’ סרג'יו הרט בהרצאת "מדוע" בעיצובה של עינב הרט. לינק להרצאה </a:t>
            </a:r>
            <a:r>
              <a:rPr lang="en-US" sz="1600"/>
              <a:t>http://community-youth.huji.ac.il/program1.asp?id=116&amp;cat=117</a:t>
            </a:r>
          </a:p>
          <a:p>
            <a:pPr marL="341280" lvl="0" indent="-341280" algn="l" rtl="0">
              <a:lnSpc>
                <a:spcPct val="90000"/>
              </a:lnSpc>
              <a:tabLst>
                <a:tab pos="341280" algn="l"/>
                <a:tab pos="455400" algn="l"/>
                <a:tab pos="912600" algn="l"/>
                <a:tab pos="1369799" algn="l"/>
                <a:tab pos="1826999" algn="l"/>
                <a:tab pos="2284199" algn="l"/>
                <a:tab pos="2741399" algn="l"/>
                <a:tab pos="3198600" algn="l"/>
                <a:tab pos="3655799" algn="l"/>
                <a:tab pos="4113000" algn="l"/>
                <a:tab pos="4570199" algn="l"/>
                <a:tab pos="5027400" algn="l"/>
                <a:tab pos="5484600" algn="l"/>
                <a:tab pos="5941800" algn="l"/>
                <a:tab pos="6399000" algn="l"/>
                <a:tab pos="6856200" algn="l"/>
                <a:tab pos="7313400" algn="l"/>
                <a:tab pos="7770600" algn="l"/>
                <a:tab pos="8227800" algn="l"/>
                <a:tab pos="8685000" algn="l"/>
                <a:tab pos="9142200" algn="l"/>
              </a:tabLst>
            </a:pPr>
            <a:endParaRPr lang="he-IL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3E0EE-7369-724D-5731-E1C5D8576B1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56839" y="228600"/>
            <a:ext cx="7924680" cy="914400"/>
          </a:xfrm>
        </p:spPr>
        <p:txBody>
          <a:bodyPr wrap="square">
            <a:noAutofit/>
          </a:bodyPr>
          <a:lstStyle/>
          <a:p>
            <a:pPr lvl="0" algn="l" rtl="0"/>
            <a:r>
              <a:rPr lang="he-IL"/>
              <a:t>שידוכים יציבים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01C8A4-3473-4B59-21FA-0959A37AD3EB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57200" y="1600200"/>
            <a:ext cx="8229600" cy="4525920"/>
          </a:xfrm>
        </p:spPr>
        <p:txBody>
          <a:bodyPr wrap="square"/>
          <a:lstStyle/>
          <a:p>
            <a:pPr lvl="0" indent="-341280" algn="l" rtl="0">
              <a:spcBef>
                <a:spcPts val="998"/>
              </a:spcBef>
            </a:pPr>
            <a:r>
              <a:rPr lang="he-IL" sz="4000" b="1">
                <a:effectLst>
                  <a:outerShdw dist="17961" dir="2700000">
                    <a:scrgbClr r="0" g="0" b="0"/>
                  </a:outerShdw>
                </a:effectLst>
              </a:rPr>
              <a:t>הגדרת הבעיה:</a:t>
            </a:r>
          </a:p>
          <a:p>
            <a:pPr marL="0" lvl="0" indent="0" algn="l" rtl="0">
              <a:buClr>
                <a:srgbClr val="000000"/>
              </a:buClr>
              <a:buSzPct val="100000"/>
              <a:buFont typeface="Arial" pitchFamily="34"/>
              <a:buChar char="•"/>
              <a:tabLst>
                <a:tab pos="0" algn="l"/>
                <a:tab pos="114120" algn="l"/>
                <a:tab pos="571320" algn="l"/>
                <a:tab pos="1028519" algn="l"/>
                <a:tab pos="1485719" algn="l"/>
                <a:tab pos="1942919" algn="l"/>
                <a:tab pos="2400119" algn="l"/>
                <a:tab pos="2857320" algn="l"/>
                <a:tab pos="3314519" algn="l"/>
                <a:tab pos="3771720" algn="l"/>
                <a:tab pos="4228919" algn="l"/>
                <a:tab pos="4686120" algn="l"/>
                <a:tab pos="5143320" algn="l"/>
                <a:tab pos="5600520" algn="l"/>
                <a:tab pos="6057720" algn="l"/>
                <a:tab pos="6514920" algn="l"/>
                <a:tab pos="6972120" algn="l"/>
                <a:tab pos="7429320" algn="l"/>
                <a:tab pos="7886520" algn="l"/>
                <a:tab pos="8343720" algn="l"/>
                <a:tab pos="8800920" algn="l"/>
              </a:tabLst>
            </a:pPr>
            <a:r>
              <a:rPr lang="he-IL"/>
              <a:t>סטודנטים ומחלקות במספר שווה.</a:t>
            </a:r>
          </a:p>
          <a:p>
            <a:pPr marL="0" lvl="0" indent="0" algn="l" rtl="0">
              <a:buClr>
                <a:srgbClr val="000000"/>
              </a:buClr>
              <a:buSzPct val="100000"/>
              <a:buFont typeface="Arial" pitchFamily="34"/>
              <a:buChar char="•"/>
              <a:tabLst>
                <a:tab pos="0" algn="l"/>
                <a:tab pos="114120" algn="l"/>
                <a:tab pos="571320" algn="l"/>
                <a:tab pos="1028519" algn="l"/>
                <a:tab pos="1485719" algn="l"/>
                <a:tab pos="1942919" algn="l"/>
                <a:tab pos="2400119" algn="l"/>
                <a:tab pos="2857320" algn="l"/>
                <a:tab pos="3314519" algn="l"/>
                <a:tab pos="3771720" algn="l"/>
                <a:tab pos="4228919" algn="l"/>
                <a:tab pos="4686120" algn="l"/>
                <a:tab pos="5143320" algn="l"/>
                <a:tab pos="5600520" algn="l"/>
                <a:tab pos="6057720" algn="l"/>
                <a:tab pos="6514920" algn="l"/>
                <a:tab pos="6972120" algn="l"/>
                <a:tab pos="7429320" algn="l"/>
                <a:tab pos="7886520" algn="l"/>
                <a:tab pos="8343720" algn="l"/>
                <a:tab pos="8800920" algn="l"/>
              </a:tabLst>
            </a:pPr>
            <a:r>
              <a:rPr lang="he-IL"/>
              <a:t>בכל מחלקה יש מקום לסטודנט אחד.</a:t>
            </a:r>
          </a:p>
          <a:p>
            <a:pPr marL="0" lvl="0" indent="0" algn="l" rtl="0">
              <a:buClr>
                <a:srgbClr val="000000"/>
              </a:buClr>
              <a:buSzPct val="100000"/>
              <a:buFont typeface="Arial" pitchFamily="34"/>
              <a:buChar char="•"/>
              <a:tabLst>
                <a:tab pos="0" algn="l"/>
                <a:tab pos="114120" algn="l"/>
                <a:tab pos="571320" algn="l"/>
                <a:tab pos="1028519" algn="l"/>
                <a:tab pos="1485719" algn="l"/>
                <a:tab pos="1942919" algn="l"/>
                <a:tab pos="2400119" algn="l"/>
                <a:tab pos="2857320" algn="l"/>
                <a:tab pos="3314519" algn="l"/>
                <a:tab pos="3771720" algn="l"/>
                <a:tab pos="4228919" algn="l"/>
                <a:tab pos="4686120" algn="l"/>
                <a:tab pos="5143320" algn="l"/>
                <a:tab pos="5600520" algn="l"/>
                <a:tab pos="6057720" algn="l"/>
                <a:tab pos="6514920" algn="l"/>
                <a:tab pos="6972120" algn="l"/>
                <a:tab pos="7429320" algn="l"/>
                <a:tab pos="7886520" algn="l"/>
                <a:tab pos="8343720" algn="l"/>
                <a:tab pos="8800920" algn="l"/>
              </a:tabLst>
            </a:pPr>
            <a:r>
              <a:rPr lang="he-IL"/>
              <a:t>כל סטודנט לומד במחלקה אחת.</a:t>
            </a:r>
          </a:p>
          <a:p>
            <a:pPr marL="0" lvl="0" indent="0" algn="l" rtl="0">
              <a:buClr>
                <a:srgbClr val="000000"/>
              </a:buClr>
              <a:buSzPct val="100000"/>
              <a:buFont typeface="Arial" pitchFamily="34"/>
              <a:buChar char="•"/>
              <a:tabLst>
                <a:tab pos="0" algn="l"/>
                <a:tab pos="114120" algn="l"/>
                <a:tab pos="571320" algn="l"/>
                <a:tab pos="1028519" algn="l"/>
                <a:tab pos="1485719" algn="l"/>
                <a:tab pos="1942919" algn="l"/>
                <a:tab pos="2400119" algn="l"/>
                <a:tab pos="2857320" algn="l"/>
                <a:tab pos="3314519" algn="l"/>
                <a:tab pos="3771720" algn="l"/>
                <a:tab pos="4228919" algn="l"/>
                <a:tab pos="4686120" algn="l"/>
                <a:tab pos="5143320" algn="l"/>
                <a:tab pos="5600520" algn="l"/>
                <a:tab pos="6057720" algn="l"/>
                <a:tab pos="6514920" algn="l"/>
                <a:tab pos="6972120" algn="l"/>
                <a:tab pos="7429320" algn="l"/>
                <a:tab pos="7886520" algn="l"/>
                <a:tab pos="8343720" algn="l"/>
                <a:tab pos="8800920" algn="l"/>
              </a:tabLst>
            </a:pPr>
            <a:r>
              <a:rPr lang="he-IL"/>
              <a:t>לכל מחלקה יש סדר העדפות על הסטודנטים.</a:t>
            </a:r>
          </a:p>
          <a:p>
            <a:pPr marL="0" lvl="0" indent="0" algn="l" rtl="0">
              <a:buClr>
                <a:srgbClr val="000000"/>
              </a:buClr>
              <a:buSzPct val="100000"/>
              <a:buFont typeface="Arial" pitchFamily="34"/>
              <a:buChar char="•"/>
              <a:tabLst>
                <a:tab pos="0" algn="l"/>
                <a:tab pos="114120" algn="l"/>
                <a:tab pos="571320" algn="l"/>
                <a:tab pos="1028519" algn="l"/>
                <a:tab pos="1485719" algn="l"/>
                <a:tab pos="1942919" algn="l"/>
                <a:tab pos="2400119" algn="l"/>
                <a:tab pos="2857320" algn="l"/>
                <a:tab pos="3314519" algn="l"/>
                <a:tab pos="3771720" algn="l"/>
                <a:tab pos="4228919" algn="l"/>
                <a:tab pos="4686120" algn="l"/>
                <a:tab pos="5143320" algn="l"/>
                <a:tab pos="5600520" algn="l"/>
                <a:tab pos="6057720" algn="l"/>
                <a:tab pos="6514920" algn="l"/>
                <a:tab pos="6972120" algn="l"/>
                <a:tab pos="7429320" algn="l"/>
                <a:tab pos="7886520" algn="l"/>
                <a:tab pos="8343720" algn="l"/>
                <a:tab pos="8800920" algn="l"/>
              </a:tabLst>
            </a:pPr>
            <a:r>
              <a:rPr lang="he-IL"/>
              <a:t>לכל סטודנט יש סדר העדפות על המחלקות.</a:t>
            </a:r>
          </a:p>
          <a:p>
            <a:pPr marL="0" lvl="0" indent="0" algn="l" rtl="0">
              <a:buClr>
                <a:srgbClr val="000000"/>
              </a:buClr>
              <a:buSzPct val="100000"/>
              <a:buFont typeface="Arial" pitchFamily="34"/>
              <a:buChar char="•"/>
              <a:tabLst>
                <a:tab pos="0" algn="l"/>
                <a:tab pos="114120" algn="l"/>
                <a:tab pos="571320" algn="l"/>
                <a:tab pos="1028519" algn="l"/>
                <a:tab pos="1485719" algn="l"/>
                <a:tab pos="1942919" algn="l"/>
                <a:tab pos="2400119" algn="l"/>
                <a:tab pos="2857320" algn="l"/>
                <a:tab pos="3314519" algn="l"/>
                <a:tab pos="3771720" algn="l"/>
                <a:tab pos="4228919" algn="l"/>
                <a:tab pos="4686120" algn="l"/>
                <a:tab pos="5143320" algn="l"/>
                <a:tab pos="5600520" algn="l"/>
                <a:tab pos="6057720" algn="l"/>
                <a:tab pos="6514920" algn="l"/>
                <a:tab pos="6972120" algn="l"/>
                <a:tab pos="7429320" algn="l"/>
                <a:tab pos="7886520" algn="l"/>
                <a:tab pos="8343720" algn="l"/>
                <a:tab pos="8800920" algn="l"/>
              </a:tabLst>
            </a:pPr>
            <a:r>
              <a:rPr lang="he-IL" i="1"/>
              <a:t>האם תמיד קיים שידוך יציב?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page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>
            <a:extLst>
              <a:ext uri="{FF2B5EF4-FFF2-40B4-BE49-F238E27FC236}">
                <a16:creationId xmlns:a16="http://schemas.microsoft.com/office/drawing/2014/main" id="{B0321062-6172-C89C-5323-016FCD80D399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 l="18332" t="-1716" r="69178" b="72675"/>
          <a:stretch>
            <a:fillRect/>
          </a:stretch>
        </p:blipFill>
        <p:spPr>
          <a:xfrm>
            <a:off x="4849920" y="819000"/>
            <a:ext cx="1245960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">
            <a:extLst>
              <a:ext uri="{FF2B5EF4-FFF2-40B4-BE49-F238E27FC236}">
                <a16:creationId xmlns:a16="http://schemas.microsoft.com/office/drawing/2014/main" id="{782DC771-7942-86D2-8318-0123B1793657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 l="17498" t="32616" r="69178" b="39637"/>
          <a:stretch>
            <a:fillRect/>
          </a:stretch>
        </p:blipFill>
        <p:spPr>
          <a:xfrm rot="240000">
            <a:off x="7391411" y="905183"/>
            <a:ext cx="1334880" cy="1752479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">
            <a:extLst>
              <a:ext uri="{FF2B5EF4-FFF2-40B4-BE49-F238E27FC236}">
                <a16:creationId xmlns:a16="http://schemas.microsoft.com/office/drawing/2014/main" id="{1F46E36C-9C90-D4C6-4385-90807A1684BB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 l="34169" t="32616" r="52501" b="39637"/>
          <a:stretch>
            <a:fillRect/>
          </a:stretch>
        </p:blipFill>
        <p:spPr>
          <a:xfrm>
            <a:off x="5943600" y="828719"/>
            <a:ext cx="1393919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">
            <a:extLst>
              <a:ext uri="{FF2B5EF4-FFF2-40B4-BE49-F238E27FC236}">
                <a16:creationId xmlns:a16="http://schemas.microsoft.com/office/drawing/2014/main" id="{40D31602-34C4-D024-7445-8A125BF596F9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 l="35402" t="32970" r="52217" b="38374"/>
          <a:stretch>
            <a:fillRect/>
          </a:stretch>
        </p:blipFill>
        <p:spPr>
          <a:xfrm>
            <a:off x="2695680" y="2886120"/>
            <a:ext cx="1279440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">
            <a:extLst>
              <a:ext uri="{FF2B5EF4-FFF2-40B4-BE49-F238E27FC236}">
                <a16:creationId xmlns:a16="http://schemas.microsoft.com/office/drawing/2014/main" id="{C0D1F1DD-1782-A811-83AE-B04A3A13EC3E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 l="70273" t="32970" r="16998" b="39522"/>
          <a:stretch>
            <a:fillRect/>
          </a:stretch>
        </p:blipFill>
        <p:spPr>
          <a:xfrm>
            <a:off x="1476360" y="2809800"/>
            <a:ext cx="1371599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">
            <a:extLst>
              <a:ext uri="{FF2B5EF4-FFF2-40B4-BE49-F238E27FC236}">
                <a16:creationId xmlns:a16="http://schemas.microsoft.com/office/drawing/2014/main" id="{746B1CCC-0925-0F9E-B7DF-935DDF26DAB0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 l="1778" t="67087" r="85505" b="5404"/>
          <a:stretch>
            <a:fillRect/>
          </a:stretch>
        </p:blipFill>
        <p:spPr>
          <a:xfrm>
            <a:off x="181080" y="2838600"/>
            <a:ext cx="1371599" cy="18288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1D71B94-F974-5BCD-5CA5-BA3170BAA853}"/>
              </a:ext>
            </a:extLst>
          </p:cNvPr>
          <p:cNvGraphicFramePr>
            <a:graphicFrameLocks noGrp="1"/>
          </p:cNvGraphicFramePr>
          <p:nvPr/>
        </p:nvGraphicFramePr>
        <p:xfrm>
          <a:off x="304920" y="4608360"/>
          <a:ext cx="3963240" cy="1028519"/>
        </p:xfrm>
        <a:graphic>
          <a:graphicData uri="http://schemas.openxmlformats.org/drawingml/2006/table">
            <a:tbl>
              <a:tblPr/>
              <a:tblGrid>
                <a:gridCol w="1219320">
                  <a:extLst>
                    <a:ext uri="{9D8B030D-6E8A-4147-A177-3AD203B41FA5}">
                      <a16:colId xmlns:a16="http://schemas.microsoft.com/office/drawing/2014/main" val="3292606619"/>
                    </a:ext>
                  </a:extLst>
                </a:gridCol>
                <a:gridCol w="1220040">
                  <a:extLst>
                    <a:ext uri="{9D8B030D-6E8A-4147-A177-3AD203B41FA5}">
                      <a16:colId xmlns:a16="http://schemas.microsoft.com/office/drawing/2014/main" val="1725600861"/>
                    </a:ext>
                  </a:extLst>
                </a:gridCol>
                <a:gridCol w="1219680">
                  <a:extLst>
                    <a:ext uri="{9D8B030D-6E8A-4147-A177-3AD203B41FA5}">
                      <a16:colId xmlns:a16="http://schemas.microsoft.com/office/drawing/2014/main" val="3541564959"/>
                    </a:ext>
                  </a:extLst>
                </a:gridCol>
                <a:gridCol w="304560">
                  <a:extLst>
                    <a:ext uri="{9D8B030D-6E8A-4147-A177-3AD203B41FA5}">
                      <a16:colId xmlns:a16="http://schemas.microsoft.com/office/drawing/2014/main" val="1918699419"/>
                    </a:ext>
                  </a:extLst>
                </a:gridCol>
              </a:tblGrid>
              <a:tr h="1028879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799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800"/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רפי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799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800"/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שלמה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799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800"/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תומר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endParaRPr lang="en-US" sz="1800" b="0" i="0" u="none" strike="noStrike" cap="none" baseline="0">
                        <a:ln>
                          <a:noFill/>
                        </a:ln>
                        <a:solidFill>
                          <a:srgbClr val="000000"/>
                        </a:solidFill>
                        <a:latin typeface="Arial" pitchFamily="34"/>
                        <a:cs typeface="Arial" pitchFamily="34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824841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4CD3CF24-76EA-41A3-9ADA-F944C03415CD}"/>
              </a:ext>
            </a:extLst>
          </p:cNvPr>
          <p:cNvGraphicFramePr>
            <a:graphicFrameLocks noGrp="1"/>
          </p:cNvGraphicFramePr>
          <p:nvPr/>
        </p:nvGraphicFramePr>
        <p:xfrm>
          <a:off x="4952880" y="2590919"/>
          <a:ext cx="4115880" cy="578520"/>
        </p:xfrm>
        <a:graphic>
          <a:graphicData uri="http://schemas.openxmlformats.org/drawingml/2006/table">
            <a:tbl>
              <a:tblPr/>
              <a:tblGrid>
                <a:gridCol w="1219680">
                  <a:extLst>
                    <a:ext uri="{9D8B030D-6E8A-4147-A177-3AD203B41FA5}">
                      <a16:colId xmlns:a16="http://schemas.microsoft.com/office/drawing/2014/main" val="333185973"/>
                    </a:ext>
                  </a:extLst>
                </a:gridCol>
                <a:gridCol w="1219680">
                  <a:extLst>
                    <a:ext uri="{9D8B030D-6E8A-4147-A177-3AD203B41FA5}">
                      <a16:colId xmlns:a16="http://schemas.microsoft.com/office/drawing/2014/main" val="1894013170"/>
                    </a:ext>
                  </a:extLst>
                </a:gridCol>
                <a:gridCol w="1372319">
                  <a:extLst>
                    <a:ext uri="{9D8B030D-6E8A-4147-A177-3AD203B41FA5}">
                      <a16:colId xmlns:a16="http://schemas.microsoft.com/office/drawing/2014/main" val="564683457"/>
                    </a:ext>
                  </a:extLst>
                </a:gridCol>
                <a:gridCol w="304560">
                  <a:extLst>
                    <a:ext uri="{9D8B030D-6E8A-4147-A177-3AD203B41FA5}">
                      <a16:colId xmlns:a16="http://schemas.microsoft.com/office/drawing/2014/main" val="3708856155"/>
                    </a:ext>
                  </a:extLst>
                </a:gridCol>
              </a:tblGrid>
              <a:tr h="57888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800"/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גליה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800"/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בתיה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800"/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אביבה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endParaRPr lang="en-US" sz="1800" b="0" i="0" u="none" strike="noStrike" cap="none" baseline="0">
                        <a:ln>
                          <a:noFill/>
                        </a:ln>
                        <a:solidFill>
                          <a:srgbClr val="000000"/>
                        </a:solidFill>
                        <a:latin typeface="Arial" pitchFamily="34"/>
                        <a:cs typeface="Arial" pitchFamily="34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2723635"/>
                  </a:ext>
                </a:extLst>
              </a:tr>
            </a:tbl>
          </a:graphicData>
        </a:graphic>
      </p:graphicFrame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3DEE4670-2D4F-D5B3-2964-F312BDEADBDD}"/>
              </a:ext>
            </a:extLst>
          </p:cNvPr>
          <p:cNvSpPr/>
          <p:nvPr/>
        </p:nvSpPr>
        <p:spPr>
          <a:xfrm flipV="1">
            <a:off x="4495680" y="-1440"/>
            <a:ext cx="1800" cy="6860880"/>
          </a:xfrm>
          <a:prstGeom prst="line">
            <a:avLst/>
          </a:prstGeom>
          <a:noFill/>
          <a:ln w="152280" cap="sq">
            <a:solidFill>
              <a:srgbClr val="000000"/>
            </a:solidFill>
            <a:prstDash val="solid"/>
            <a:miter/>
          </a:ln>
        </p:spPr>
        <p:txBody>
          <a:bodyPr vert="horz" wrap="square" lIns="90000" tIns="46800" rIns="90000" bIns="46800" anchor="t" anchorCtr="0" compatLnSpc="1">
            <a:no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34"/>
              <a:ea typeface="Arial" pitchFamily="34"/>
              <a:cs typeface="Arial" pitchFamily="34"/>
            </a:endParaRPr>
          </a:p>
        </p:txBody>
      </p:sp>
      <p:sp>
        <p:nvSpPr>
          <p:cNvPr id="11" name="Free-form: Shape 10">
            <a:extLst>
              <a:ext uri="{FF2B5EF4-FFF2-40B4-BE49-F238E27FC236}">
                <a16:creationId xmlns:a16="http://schemas.microsoft.com/office/drawing/2014/main" id="{745EC78F-F5DE-E989-7CE2-18CCE6B4331F}"/>
              </a:ext>
            </a:extLst>
          </p:cNvPr>
          <p:cNvSpPr/>
          <p:nvPr/>
        </p:nvSpPr>
        <p:spPr>
          <a:xfrm>
            <a:off x="380880" y="2239920"/>
            <a:ext cx="3581640" cy="581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0000" tIns="46800" rIns="90000" bIns="46800" anchor="t" anchorCtr="0" compatLnSpc="1">
            <a:sp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he-IL" sz="3200" b="1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rPr>
              <a:t>הסטודנטים</a:t>
            </a:r>
          </a:p>
        </p:txBody>
      </p:sp>
      <p:sp>
        <p:nvSpPr>
          <p:cNvPr id="12" name="Free-form: Shape 11">
            <a:extLst>
              <a:ext uri="{FF2B5EF4-FFF2-40B4-BE49-F238E27FC236}">
                <a16:creationId xmlns:a16="http://schemas.microsoft.com/office/drawing/2014/main" id="{C32A271A-E8A5-E82A-5059-C5A1E1B576BC}"/>
              </a:ext>
            </a:extLst>
          </p:cNvPr>
          <p:cNvSpPr/>
          <p:nvPr/>
        </p:nvSpPr>
        <p:spPr>
          <a:xfrm>
            <a:off x="5493960" y="304920"/>
            <a:ext cx="2721240" cy="581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none" lIns="90000" tIns="46800" rIns="90000" bIns="46800" anchor="t" anchorCtr="0" compatLnSpc="1">
            <a:sp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he-IL" sz="3200" b="1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rPr>
              <a:t>ראשי המחלקות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page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>
            <a:extLst>
              <a:ext uri="{FF2B5EF4-FFF2-40B4-BE49-F238E27FC236}">
                <a16:creationId xmlns:a16="http://schemas.microsoft.com/office/drawing/2014/main" id="{72C765AF-201F-B90B-C697-22F16E482B14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 l="18332" t="-1716" r="69178" b="72675"/>
          <a:stretch>
            <a:fillRect/>
          </a:stretch>
        </p:blipFill>
        <p:spPr>
          <a:xfrm>
            <a:off x="4849920" y="819000"/>
            <a:ext cx="1245960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">
            <a:extLst>
              <a:ext uri="{FF2B5EF4-FFF2-40B4-BE49-F238E27FC236}">
                <a16:creationId xmlns:a16="http://schemas.microsoft.com/office/drawing/2014/main" id="{FE8FAB22-A16E-D901-CF61-0AD629C97E97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 l="17498" t="32616" r="69178" b="39637"/>
          <a:stretch>
            <a:fillRect/>
          </a:stretch>
        </p:blipFill>
        <p:spPr>
          <a:xfrm rot="240000">
            <a:off x="7391411" y="905183"/>
            <a:ext cx="1334880" cy="1752479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">
            <a:extLst>
              <a:ext uri="{FF2B5EF4-FFF2-40B4-BE49-F238E27FC236}">
                <a16:creationId xmlns:a16="http://schemas.microsoft.com/office/drawing/2014/main" id="{3AFF25C2-91F4-1E57-29EA-71491A61F850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 l="34169" t="32616" r="52501" b="39637"/>
          <a:stretch>
            <a:fillRect/>
          </a:stretch>
        </p:blipFill>
        <p:spPr>
          <a:xfrm>
            <a:off x="5943600" y="828719"/>
            <a:ext cx="1393919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">
            <a:extLst>
              <a:ext uri="{FF2B5EF4-FFF2-40B4-BE49-F238E27FC236}">
                <a16:creationId xmlns:a16="http://schemas.microsoft.com/office/drawing/2014/main" id="{AAAA0018-0B29-BBED-2ADB-C01F96938A5D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 l="35402" t="32970" r="52217" b="38374"/>
          <a:stretch>
            <a:fillRect/>
          </a:stretch>
        </p:blipFill>
        <p:spPr>
          <a:xfrm>
            <a:off x="2834640" y="2194560"/>
            <a:ext cx="1279440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">
            <a:extLst>
              <a:ext uri="{FF2B5EF4-FFF2-40B4-BE49-F238E27FC236}">
                <a16:creationId xmlns:a16="http://schemas.microsoft.com/office/drawing/2014/main" id="{4E65E968-216B-D968-C51D-0F7CBBD940A7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 l="70273" t="32970" r="16998" b="39522"/>
          <a:stretch>
            <a:fillRect/>
          </a:stretch>
        </p:blipFill>
        <p:spPr>
          <a:xfrm>
            <a:off x="1645920" y="2103120"/>
            <a:ext cx="1371599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">
            <a:extLst>
              <a:ext uri="{FF2B5EF4-FFF2-40B4-BE49-F238E27FC236}">
                <a16:creationId xmlns:a16="http://schemas.microsoft.com/office/drawing/2014/main" id="{A589C946-79B3-67DC-E2DE-411331A56D1D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 l="1778" t="67087" r="85505" b="5404"/>
          <a:stretch>
            <a:fillRect/>
          </a:stretch>
        </p:blipFill>
        <p:spPr>
          <a:xfrm>
            <a:off x="274320" y="2103120"/>
            <a:ext cx="1371599" cy="18288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B3596977-3C4C-369B-C746-33098BD8CBFF}"/>
              </a:ext>
            </a:extLst>
          </p:cNvPr>
          <p:cNvGraphicFramePr>
            <a:graphicFrameLocks noGrp="1"/>
          </p:cNvGraphicFramePr>
          <p:nvPr/>
        </p:nvGraphicFramePr>
        <p:xfrm>
          <a:off x="195840" y="4265640"/>
          <a:ext cx="3954600" cy="1962000"/>
        </p:xfrm>
        <a:graphic>
          <a:graphicData uri="http://schemas.openxmlformats.org/drawingml/2006/table">
            <a:tbl>
              <a:tblPr/>
              <a:tblGrid>
                <a:gridCol w="1210680">
                  <a:extLst>
                    <a:ext uri="{9D8B030D-6E8A-4147-A177-3AD203B41FA5}">
                      <a16:colId xmlns:a16="http://schemas.microsoft.com/office/drawing/2014/main" val="3366090907"/>
                    </a:ext>
                  </a:extLst>
                </a:gridCol>
                <a:gridCol w="1220040">
                  <a:extLst>
                    <a:ext uri="{9D8B030D-6E8A-4147-A177-3AD203B41FA5}">
                      <a16:colId xmlns:a16="http://schemas.microsoft.com/office/drawing/2014/main" val="1979376049"/>
                    </a:ext>
                  </a:extLst>
                </a:gridCol>
                <a:gridCol w="1219680">
                  <a:extLst>
                    <a:ext uri="{9D8B030D-6E8A-4147-A177-3AD203B41FA5}">
                      <a16:colId xmlns:a16="http://schemas.microsoft.com/office/drawing/2014/main" val="1221598423"/>
                    </a:ext>
                  </a:extLst>
                </a:gridCol>
                <a:gridCol w="304560">
                  <a:extLst>
                    <a:ext uri="{9D8B030D-6E8A-4147-A177-3AD203B41FA5}">
                      <a16:colId xmlns:a16="http://schemas.microsoft.com/office/drawing/2014/main" val="1679282128"/>
                    </a:ext>
                  </a:extLst>
                </a:gridCol>
              </a:tblGrid>
              <a:tr h="59724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800"/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רפי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800"/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שלמה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800"/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תומר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endParaRPr lang="en-US" sz="1800" b="0" i="0" u="none" strike="noStrike" cap="none" baseline="0">
                        <a:ln>
                          <a:noFill/>
                        </a:ln>
                        <a:solidFill>
                          <a:srgbClr val="000000"/>
                        </a:solidFill>
                        <a:latin typeface="Arial" pitchFamily="34"/>
                        <a:cs typeface="Arial" pitchFamily="34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76816"/>
                  </a:ext>
                </a:extLst>
              </a:tr>
              <a:tr h="45504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אביבה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אביבה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בתיה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6167721"/>
                  </a:ext>
                </a:extLst>
              </a:tr>
              <a:tr h="45504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גליה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בתיה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גליה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9846183"/>
                  </a:ext>
                </a:extLst>
              </a:tr>
              <a:tr h="45504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בתיה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גליה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אביבה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9189158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A267529-C144-85D0-D51A-E5BB198202C6}"/>
              </a:ext>
            </a:extLst>
          </p:cNvPr>
          <p:cNvGraphicFramePr>
            <a:graphicFrameLocks noGrp="1"/>
          </p:cNvGraphicFramePr>
          <p:nvPr/>
        </p:nvGraphicFramePr>
        <p:xfrm>
          <a:off x="4952880" y="2590919"/>
          <a:ext cx="4115880" cy="2181240"/>
        </p:xfrm>
        <a:graphic>
          <a:graphicData uri="http://schemas.openxmlformats.org/drawingml/2006/table">
            <a:tbl>
              <a:tblPr/>
              <a:tblGrid>
                <a:gridCol w="1219680">
                  <a:extLst>
                    <a:ext uri="{9D8B030D-6E8A-4147-A177-3AD203B41FA5}">
                      <a16:colId xmlns:a16="http://schemas.microsoft.com/office/drawing/2014/main" val="655492358"/>
                    </a:ext>
                  </a:extLst>
                </a:gridCol>
                <a:gridCol w="1219680">
                  <a:extLst>
                    <a:ext uri="{9D8B030D-6E8A-4147-A177-3AD203B41FA5}">
                      <a16:colId xmlns:a16="http://schemas.microsoft.com/office/drawing/2014/main" val="1143914908"/>
                    </a:ext>
                  </a:extLst>
                </a:gridCol>
                <a:gridCol w="1372319">
                  <a:extLst>
                    <a:ext uri="{9D8B030D-6E8A-4147-A177-3AD203B41FA5}">
                      <a16:colId xmlns:a16="http://schemas.microsoft.com/office/drawing/2014/main" val="2272146842"/>
                    </a:ext>
                  </a:extLst>
                </a:gridCol>
                <a:gridCol w="304560">
                  <a:extLst>
                    <a:ext uri="{9D8B030D-6E8A-4147-A177-3AD203B41FA5}">
                      <a16:colId xmlns:a16="http://schemas.microsoft.com/office/drawing/2014/main" val="32655805"/>
                    </a:ext>
                  </a:extLst>
                </a:gridCol>
              </a:tblGrid>
              <a:tr h="54540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600"/>
                      </a:pPr>
                      <a:r>
                        <a:rPr lang="he-IL" sz="2600" b="1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גליה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600"/>
                      </a:pPr>
                      <a:r>
                        <a:rPr lang="he-IL" sz="2600" b="1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בתיה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600"/>
                      </a:pPr>
                      <a:r>
                        <a:rPr lang="he-IL" sz="2600" b="1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אביבה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endParaRPr lang="en-US" sz="1800" b="0" i="0" u="none" strike="noStrike" cap="none" baseline="0">
                        <a:ln>
                          <a:noFill/>
                        </a:ln>
                        <a:solidFill>
                          <a:srgbClr val="000000"/>
                        </a:solidFill>
                        <a:latin typeface="Arial" pitchFamily="34"/>
                        <a:cs typeface="Arial" pitchFamily="34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1659766"/>
                  </a:ext>
                </a:extLst>
              </a:tr>
              <a:tr h="54540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שלמה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שלמה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רפי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2293722"/>
                  </a:ext>
                </a:extLst>
              </a:tr>
              <a:tr h="480960">
                <a:tc rowSpan="2"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תומר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רפי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שלמה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590374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rtl="1"/>
                      <a:endParaRPr lang="he-I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rtl="1"/>
                      <a:endParaRPr lang="he-I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rtl="1"/>
                      <a:endParaRPr lang="he-IL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0837119"/>
                  </a:ext>
                </a:extLst>
              </a:tr>
              <a:tr h="54540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רפי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תומר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תומר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rtl="1"/>
                      <a:endParaRPr lang="he-I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7631064"/>
                  </a:ext>
                </a:extLst>
              </a:tr>
            </a:tbl>
          </a:graphicData>
        </a:graphic>
      </p:graphicFrame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25734CE0-5092-EBD7-8FCC-1A951C212DAD}"/>
              </a:ext>
            </a:extLst>
          </p:cNvPr>
          <p:cNvSpPr/>
          <p:nvPr/>
        </p:nvSpPr>
        <p:spPr>
          <a:xfrm flipV="1">
            <a:off x="4495680" y="-1440"/>
            <a:ext cx="1800" cy="6860880"/>
          </a:xfrm>
          <a:prstGeom prst="line">
            <a:avLst/>
          </a:prstGeom>
          <a:noFill/>
          <a:ln w="152280" cap="sq">
            <a:solidFill>
              <a:srgbClr val="000000"/>
            </a:solidFill>
            <a:prstDash val="solid"/>
            <a:miter/>
          </a:ln>
        </p:spPr>
        <p:txBody>
          <a:bodyPr vert="horz" wrap="square" lIns="90000" tIns="46800" rIns="90000" bIns="46800" anchor="t" anchorCtr="0" compatLnSpc="1">
            <a:no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34"/>
              <a:ea typeface="Arial" pitchFamily="34"/>
              <a:cs typeface="Arial" pitchFamily="34"/>
            </a:endParaRPr>
          </a:p>
        </p:txBody>
      </p:sp>
      <p:sp>
        <p:nvSpPr>
          <p:cNvPr id="11" name="Free-form: Shape 10">
            <a:extLst>
              <a:ext uri="{FF2B5EF4-FFF2-40B4-BE49-F238E27FC236}">
                <a16:creationId xmlns:a16="http://schemas.microsoft.com/office/drawing/2014/main" id="{57EB1748-20A5-6E73-3A21-9AC857A69261}"/>
              </a:ext>
            </a:extLst>
          </p:cNvPr>
          <p:cNvSpPr/>
          <p:nvPr/>
        </p:nvSpPr>
        <p:spPr>
          <a:xfrm>
            <a:off x="274320" y="1463039"/>
            <a:ext cx="3931920" cy="581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0000" tIns="46800" rIns="90000" bIns="46800" anchor="t" anchorCtr="0" compatLnSpc="1">
            <a:sp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he-IL" sz="3200" b="1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rPr>
              <a:t>העדפות הסטודנטים</a:t>
            </a:r>
          </a:p>
        </p:txBody>
      </p:sp>
      <p:sp>
        <p:nvSpPr>
          <p:cNvPr id="12" name="Free-form: Shape 11">
            <a:extLst>
              <a:ext uri="{FF2B5EF4-FFF2-40B4-BE49-F238E27FC236}">
                <a16:creationId xmlns:a16="http://schemas.microsoft.com/office/drawing/2014/main" id="{7BEFEC56-663F-555A-BF62-F45C08AA5569}"/>
              </a:ext>
            </a:extLst>
          </p:cNvPr>
          <p:cNvSpPr/>
          <p:nvPr/>
        </p:nvSpPr>
        <p:spPr>
          <a:xfrm>
            <a:off x="5204160" y="304920"/>
            <a:ext cx="3301920" cy="581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none" lIns="90000" tIns="46800" rIns="90000" bIns="46800" anchor="t" anchorCtr="0" compatLnSpc="1">
            <a:sp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b="1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rPr>
              <a:t> העדפות המחלקות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page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-form: Shape 1">
            <a:extLst>
              <a:ext uri="{FF2B5EF4-FFF2-40B4-BE49-F238E27FC236}">
                <a16:creationId xmlns:a16="http://schemas.microsoft.com/office/drawing/2014/main" id="{165B51F5-F301-4840-630C-32DFA3D1B231}"/>
              </a:ext>
            </a:extLst>
          </p:cNvPr>
          <p:cNvSpPr/>
          <p:nvPr/>
        </p:nvSpPr>
        <p:spPr>
          <a:xfrm>
            <a:off x="3276720" y="2286000"/>
            <a:ext cx="2438280" cy="23623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noFill/>
          <a:ln w="69840" cap="sq">
            <a:solidFill>
              <a:srgbClr val="E61A4B"/>
            </a:solidFill>
            <a:prstDash val="solid"/>
            <a:miter/>
          </a:ln>
        </p:spPr>
        <p:txBody>
          <a:bodyPr vert="horz" wrap="none" lIns="90000" tIns="46800" rIns="90000" bIns="46800" anchor="ctr" anchorCtr="0" compatLnSpc="1">
            <a:no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34"/>
              <a:ea typeface="Arial" pitchFamily="34"/>
              <a:cs typeface="Arial" pitchFamily="34"/>
            </a:endParaRPr>
          </a:p>
        </p:txBody>
      </p:sp>
      <p:pic>
        <p:nvPicPr>
          <p:cNvPr id="3" name="">
            <a:extLst>
              <a:ext uri="{FF2B5EF4-FFF2-40B4-BE49-F238E27FC236}">
                <a16:creationId xmlns:a16="http://schemas.microsoft.com/office/drawing/2014/main" id="{9C509997-9D72-0D6F-FB9C-7263FCEEF353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 rot="240000">
            <a:off x="7602660" y="341457"/>
            <a:ext cx="1276560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">
            <a:extLst>
              <a:ext uri="{FF2B5EF4-FFF2-40B4-BE49-F238E27FC236}">
                <a16:creationId xmlns:a16="http://schemas.microsoft.com/office/drawing/2014/main" id="{4A1F6DFB-85B5-A9E9-B194-E361C9C6A194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6553080" y="4876920"/>
            <a:ext cx="1330560" cy="190476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">
            <a:extLst>
              <a:ext uri="{FF2B5EF4-FFF2-40B4-BE49-F238E27FC236}">
                <a16:creationId xmlns:a16="http://schemas.microsoft.com/office/drawing/2014/main" id="{0F7F3C62-EDC9-4459-52EB-FB9F801AAB0B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6705720" y="228600"/>
            <a:ext cx="1276200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">
            <a:extLst>
              <a:ext uri="{FF2B5EF4-FFF2-40B4-BE49-F238E27FC236}">
                <a16:creationId xmlns:a16="http://schemas.microsoft.com/office/drawing/2014/main" id="{8FB2C128-8BA8-6624-7440-FDBE2D730736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7581960" y="2666880"/>
            <a:ext cx="1276200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">
            <a:extLst>
              <a:ext uri="{FF2B5EF4-FFF2-40B4-BE49-F238E27FC236}">
                <a16:creationId xmlns:a16="http://schemas.microsoft.com/office/drawing/2014/main" id="{1A7DE41B-CCCC-6DB4-ADE5-48893810C03B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6629400" y="2600280"/>
            <a:ext cx="1322280" cy="1895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">
            <a:extLst>
              <a:ext uri="{FF2B5EF4-FFF2-40B4-BE49-F238E27FC236}">
                <a16:creationId xmlns:a16="http://schemas.microsoft.com/office/drawing/2014/main" id="{8D2BACD5-B87C-7643-6579-63B82A2224D5}"/>
              </a:ext>
            </a:extLst>
          </p:cNvPr>
          <p:cNvPicPr>
            <a:picLocks noChangeAspect="1"/>
          </p:cNvPicPr>
          <p:nvPr/>
        </p:nvPicPr>
        <p:blipFill>
          <a:blip r:embed="rId8">
            <a:lum/>
            <a:alphaModFix/>
          </a:blip>
          <a:srcRect/>
          <a:stretch>
            <a:fillRect/>
          </a:stretch>
        </p:blipFill>
        <p:spPr>
          <a:xfrm>
            <a:off x="7581960" y="4952880"/>
            <a:ext cx="1230120" cy="1762199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623C8CE-9892-5AD0-C9C4-7005C059C97E}"/>
              </a:ext>
            </a:extLst>
          </p:cNvPr>
          <p:cNvGraphicFramePr>
            <a:graphicFrameLocks noGrp="1"/>
          </p:cNvGraphicFramePr>
          <p:nvPr/>
        </p:nvGraphicFramePr>
        <p:xfrm>
          <a:off x="392760" y="4458240"/>
          <a:ext cx="3963240" cy="2393640"/>
        </p:xfrm>
        <a:graphic>
          <a:graphicData uri="http://schemas.openxmlformats.org/drawingml/2006/table">
            <a:tbl>
              <a:tblPr/>
              <a:tblGrid>
                <a:gridCol w="1219320">
                  <a:extLst>
                    <a:ext uri="{9D8B030D-6E8A-4147-A177-3AD203B41FA5}">
                      <a16:colId xmlns:a16="http://schemas.microsoft.com/office/drawing/2014/main" val="1566429379"/>
                    </a:ext>
                  </a:extLst>
                </a:gridCol>
                <a:gridCol w="1220040">
                  <a:extLst>
                    <a:ext uri="{9D8B030D-6E8A-4147-A177-3AD203B41FA5}">
                      <a16:colId xmlns:a16="http://schemas.microsoft.com/office/drawing/2014/main" val="1072532219"/>
                    </a:ext>
                  </a:extLst>
                </a:gridCol>
                <a:gridCol w="1219680">
                  <a:extLst>
                    <a:ext uri="{9D8B030D-6E8A-4147-A177-3AD203B41FA5}">
                      <a16:colId xmlns:a16="http://schemas.microsoft.com/office/drawing/2014/main" val="2540780514"/>
                    </a:ext>
                  </a:extLst>
                </a:gridCol>
                <a:gridCol w="304560">
                  <a:extLst>
                    <a:ext uri="{9D8B030D-6E8A-4147-A177-3AD203B41FA5}">
                      <a16:colId xmlns:a16="http://schemas.microsoft.com/office/drawing/2014/main" val="821292796"/>
                    </a:ext>
                  </a:extLst>
                </a:gridCol>
              </a:tblGrid>
              <a:tr h="1028879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799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800"/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רפי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799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800"/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שלמה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799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800"/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תומר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endParaRPr lang="en-US" sz="1800" b="0" i="0" u="none" strike="noStrike" cap="none" baseline="0">
                        <a:ln>
                          <a:noFill/>
                        </a:ln>
                        <a:solidFill>
                          <a:srgbClr val="000000"/>
                        </a:solidFill>
                        <a:latin typeface="Arial" pitchFamily="34"/>
                        <a:cs typeface="Arial" pitchFamily="34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4549596"/>
                  </a:ext>
                </a:extLst>
              </a:tr>
              <a:tr h="45504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אביבה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אביבה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בתיה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9396253"/>
                  </a:ext>
                </a:extLst>
              </a:tr>
              <a:tr h="45504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גליה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בתיה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גליה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4726574"/>
                  </a:ext>
                </a:extLst>
              </a:tr>
              <a:tr h="45504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בתיה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גליה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אביבה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029520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4C4A95D-47C6-CB82-C95D-78727A90F3C9}"/>
              </a:ext>
            </a:extLst>
          </p:cNvPr>
          <p:cNvGraphicFramePr>
            <a:graphicFrameLocks noGrp="1"/>
          </p:cNvGraphicFramePr>
          <p:nvPr/>
        </p:nvGraphicFramePr>
        <p:xfrm>
          <a:off x="285840" y="231840"/>
          <a:ext cx="4039199" cy="2458440"/>
        </p:xfrm>
        <a:graphic>
          <a:graphicData uri="http://schemas.openxmlformats.org/drawingml/2006/table">
            <a:tbl>
              <a:tblPr/>
              <a:tblGrid>
                <a:gridCol w="1197359">
                  <a:extLst>
                    <a:ext uri="{9D8B030D-6E8A-4147-A177-3AD203B41FA5}">
                      <a16:colId xmlns:a16="http://schemas.microsoft.com/office/drawing/2014/main" val="3322729590"/>
                    </a:ext>
                  </a:extLst>
                </a:gridCol>
                <a:gridCol w="1197359">
                  <a:extLst>
                    <a:ext uri="{9D8B030D-6E8A-4147-A177-3AD203B41FA5}">
                      <a16:colId xmlns:a16="http://schemas.microsoft.com/office/drawing/2014/main" val="3505967006"/>
                    </a:ext>
                  </a:extLst>
                </a:gridCol>
                <a:gridCol w="1263960">
                  <a:extLst>
                    <a:ext uri="{9D8B030D-6E8A-4147-A177-3AD203B41FA5}">
                      <a16:colId xmlns:a16="http://schemas.microsoft.com/office/drawing/2014/main" val="3101009556"/>
                    </a:ext>
                  </a:extLst>
                </a:gridCol>
                <a:gridCol w="380880">
                  <a:extLst>
                    <a:ext uri="{9D8B030D-6E8A-4147-A177-3AD203B41FA5}">
                      <a16:colId xmlns:a16="http://schemas.microsoft.com/office/drawing/2014/main" val="3471143663"/>
                    </a:ext>
                  </a:extLst>
                </a:gridCol>
              </a:tblGrid>
              <a:tr h="912239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600"/>
                      </a:pPr>
                      <a:r>
                        <a:rPr lang="he-IL" sz="2600" b="1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גליה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600"/>
                      </a:pPr>
                      <a:r>
                        <a:rPr lang="he-IL" sz="2600" b="1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בתיה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600"/>
                      </a:pPr>
                      <a:r>
                        <a:rPr lang="he-IL" sz="2600" b="1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אביבה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endParaRPr lang="en-US" sz="1800" b="0" i="0" u="none" strike="noStrike" cap="none" baseline="0">
                        <a:ln>
                          <a:noFill/>
                        </a:ln>
                        <a:solidFill>
                          <a:srgbClr val="000000"/>
                        </a:solidFill>
                        <a:latin typeface="Arial" pitchFamily="34"/>
                        <a:cs typeface="Arial" pitchFamily="34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8579901"/>
                  </a:ext>
                </a:extLst>
              </a:tr>
              <a:tr h="51552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שלמה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שלמה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רפי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4154313"/>
                  </a:ext>
                </a:extLst>
              </a:tr>
              <a:tr h="455040">
                <a:tc rowSpan="2"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תומר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רפי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שלמה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6242639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rtl="1"/>
                      <a:endParaRPr lang="he-I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rtl="1"/>
                      <a:endParaRPr lang="he-I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rtl="1"/>
                      <a:endParaRPr lang="he-IL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0104357"/>
                  </a:ext>
                </a:extLst>
              </a:tr>
              <a:tr h="51552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רפי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תומר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תומר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rtl="1"/>
                      <a:endParaRPr lang="he-I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26259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Class="path" accel="500" decel="5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778E-7 1.11022E-16 L -0.35608 -0.35">
                                      <p:cBhvr>
                                        <p:cTn id="26" dur="2000" fill="hold"/>
                                        <p:tgtEl>
                                          <p:spTgt spid="4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" presetClass="path" accel="500" decel="5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3.33333E-6 L -0.36667 0.33333">
                                      <p:cBhvr>
                                        <p:cTn id="28" dur="2000" fill="hold"/>
                                        <p:tgtEl>
                                          <p:spTgt spid="3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57A59-7033-6072-BD02-4CF2F860BE5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56839" y="228600"/>
            <a:ext cx="7924680" cy="914400"/>
          </a:xfrm>
        </p:spPr>
        <p:txBody>
          <a:bodyPr wrap="square">
            <a:noAutofit/>
          </a:bodyPr>
          <a:lstStyle/>
          <a:p>
            <a:pPr lvl="0" algn="l" rtl="0"/>
            <a:r>
              <a:rPr lang="he-IL"/>
              <a:t>שידוכים יציבים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EBA8B6-A5D1-1E24-701D-72DF09E8CFB9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57200" y="1600200"/>
            <a:ext cx="8229600" cy="5074920"/>
          </a:xfrm>
        </p:spPr>
        <p:txBody>
          <a:bodyPr wrap="square"/>
          <a:lstStyle/>
          <a:p>
            <a:pPr marL="341280" lvl="0" indent="-341280" algn="l" rtl="0">
              <a:tabLst>
                <a:tab pos="341280" algn="l"/>
                <a:tab pos="455400" algn="l"/>
                <a:tab pos="912600" algn="l"/>
                <a:tab pos="1369799" algn="l"/>
                <a:tab pos="1826999" algn="l"/>
                <a:tab pos="2284199" algn="l"/>
                <a:tab pos="2741399" algn="l"/>
                <a:tab pos="3198600" algn="l"/>
                <a:tab pos="3655799" algn="l"/>
                <a:tab pos="4113000" algn="l"/>
                <a:tab pos="4570199" algn="l"/>
                <a:tab pos="5027400" algn="l"/>
                <a:tab pos="5484600" algn="l"/>
                <a:tab pos="5941800" algn="l"/>
                <a:tab pos="6399000" algn="l"/>
                <a:tab pos="6856200" algn="l"/>
                <a:tab pos="7313400" algn="l"/>
                <a:tab pos="7770600" algn="l"/>
                <a:tab pos="8227800" algn="l"/>
                <a:tab pos="8685000" algn="l"/>
                <a:tab pos="9142200" algn="l"/>
              </a:tabLst>
            </a:pPr>
            <a:r>
              <a:rPr lang="he-IL" sz="3600" b="1" u="sng">
                <a:solidFill>
                  <a:srgbClr val="333399"/>
                </a:solidFill>
                <a:effectLst>
                  <a:outerShdw dist="17961" dir="2700000">
                    <a:scrgbClr r="0" g="0" b="0"/>
                  </a:outerShdw>
                </a:effectLst>
              </a:rPr>
              <a:t>האם תמיד קיים</a:t>
            </a:r>
            <a:r>
              <a:rPr lang="he-IL" sz="3600"/>
              <a:t> שידוך יציב?</a:t>
            </a:r>
          </a:p>
          <a:p>
            <a:pPr marL="341280" lvl="0" indent="-341280" algn="l" rtl="0">
              <a:tabLst>
                <a:tab pos="341280" algn="l"/>
                <a:tab pos="455400" algn="l"/>
                <a:tab pos="912600" algn="l"/>
                <a:tab pos="1369799" algn="l"/>
                <a:tab pos="1826999" algn="l"/>
                <a:tab pos="2284199" algn="l"/>
                <a:tab pos="2741399" algn="l"/>
                <a:tab pos="3198600" algn="l"/>
                <a:tab pos="3655799" algn="l"/>
                <a:tab pos="4113000" algn="l"/>
                <a:tab pos="4570199" algn="l"/>
                <a:tab pos="5027400" algn="l"/>
                <a:tab pos="5484600" algn="l"/>
                <a:tab pos="5941800" algn="l"/>
                <a:tab pos="6399000" algn="l"/>
                <a:tab pos="6856200" algn="l"/>
                <a:tab pos="7313400" algn="l"/>
                <a:tab pos="7770600" algn="l"/>
                <a:tab pos="8227800" algn="l"/>
                <a:tab pos="8685000" algn="l"/>
                <a:tab pos="9142200" algn="l"/>
              </a:tabLst>
            </a:pPr>
            <a:endParaRPr lang="he-IL" sz="3600"/>
          </a:p>
          <a:p>
            <a:pPr marL="341280" lvl="0" indent="-341280" algn="l" rtl="0">
              <a:buSzPct val="45000"/>
              <a:buFont typeface="StarSymbol"/>
              <a:buChar char="●"/>
              <a:tabLst>
                <a:tab pos="341280" algn="l"/>
                <a:tab pos="455400" algn="l"/>
                <a:tab pos="912600" algn="l"/>
                <a:tab pos="1369799" algn="l"/>
                <a:tab pos="1826999" algn="l"/>
                <a:tab pos="2284199" algn="l"/>
                <a:tab pos="2741399" algn="l"/>
                <a:tab pos="3198600" algn="l"/>
                <a:tab pos="3655799" algn="l"/>
                <a:tab pos="4113000" algn="l"/>
                <a:tab pos="4570199" algn="l"/>
                <a:tab pos="5027400" algn="l"/>
                <a:tab pos="5484600" algn="l"/>
                <a:tab pos="5941800" algn="l"/>
                <a:tab pos="6399000" algn="l"/>
                <a:tab pos="6856200" algn="l"/>
                <a:tab pos="7313400" algn="l"/>
                <a:tab pos="7770600" algn="l"/>
                <a:tab pos="8227800" algn="l"/>
                <a:tab pos="8685000" algn="l"/>
                <a:tab pos="9142200" algn="l"/>
              </a:tabLst>
            </a:pPr>
            <a:r>
              <a:rPr lang="he-IL" sz="3600"/>
              <a:t>כן, ויש אלגוריתם יעיל שמוצא אחד כזה!</a:t>
            </a:r>
          </a:p>
          <a:p>
            <a:pPr marL="341280" lvl="0" indent="-341280" algn="l" rtl="0">
              <a:tabLst>
                <a:tab pos="341280" algn="l"/>
                <a:tab pos="455400" algn="l"/>
                <a:tab pos="912600" algn="l"/>
                <a:tab pos="1369799" algn="l"/>
                <a:tab pos="1826999" algn="l"/>
                <a:tab pos="2284199" algn="l"/>
                <a:tab pos="2741399" algn="l"/>
                <a:tab pos="3198600" algn="l"/>
                <a:tab pos="3655799" algn="l"/>
                <a:tab pos="4113000" algn="l"/>
                <a:tab pos="4570199" algn="l"/>
                <a:tab pos="5027400" algn="l"/>
                <a:tab pos="5484600" algn="l"/>
                <a:tab pos="5941800" algn="l"/>
                <a:tab pos="6399000" algn="l"/>
                <a:tab pos="6856200" algn="l"/>
                <a:tab pos="7313400" algn="l"/>
                <a:tab pos="7770600" algn="l"/>
                <a:tab pos="8227800" algn="l"/>
                <a:tab pos="8685000" algn="l"/>
                <a:tab pos="9142200" algn="l"/>
              </a:tabLst>
            </a:pPr>
            <a:endParaRPr lang="he-IL" sz="3600"/>
          </a:p>
          <a:p>
            <a:pPr marL="0" lvl="0" indent="0" algn="l" rtl="0">
              <a:spcBef>
                <a:spcPts val="899"/>
              </a:spcBef>
              <a:buClr>
                <a:srgbClr val="000000"/>
              </a:buClr>
              <a:buSzPct val="100000"/>
              <a:buFont typeface="Arial" pitchFamily="34"/>
              <a:buChar char="•"/>
              <a:tabLst>
                <a:tab pos="0" algn="l"/>
                <a:tab pos="114120" algn="l"/>
                <a:tab pos="571320" algn="l"/>
                <a:tab pos="1028519" algn="l"/>
                <a:tab pos="1485719" algn="l"/>
                <a:tab pos="1942919" algn="l"/>
                <a:tab pos="2400119" algn="l"/>
                <a:tab pos="2857320" algn="l"/>
                <a:tab pos="3314519" algn="l"/>
                <a:tab pos="3771720" algn="l"/>
                <a:tab pos="4228919" algn="l"/>
                <a:tab pos="4686120" algn="l"/>
                <a:tab pos="5143320" algn="l"/>
                <a:tab pos="5600520" algn="l"/>
                <a:tab pos="6057720" algn="l"/>
                <a:tab pos="6514920" algn="l"/>
                <a:tab pos="6972120" algn="l"/>
                <a:tab pos="7429320" algn="l"/>
                <a:tab pos="7886520" algn="l"/>
                <a:tab pos="8343720" algn="l"/>
                <a:tab pos="8800920" algn="l"/>
              </a:tabLst>
            </a:pPr>
            <a:r>
              <a:rPr lang="he-IL" sz="3600"/>
              <a:t>אלגוריתם </a:t>
            </a:r>
            <a:r>
              <a:rPr lang="he-IL" sz="3600" b="1" u="sng">
                <a:solidFill>
                  <a:srgbClr val="00FF00"/>
                </a:solidFill>
                <a:effectLst>
                  <a:outerShdw dist="17961" dir="2700000">
                    <a:scrgbClr r="0" g="0" b="0"/>
                  </a:outerShdw>
                </a:effectLst>
              </a:rPr>
              <a:t>הקבלה על-תנאי</a:t>
            </a:r>
            <a:br>
              <a:rPr lang="he-IL" sz="3600"/>
            </a:br>
            <a:r>
              <a:rPr lang="he-IL" sz="3600"/>
              <a:t>deferred acceptance</a:t>
            </a:r>
          </a:p>
          <a:p>
            <a:pPr marL="0" lvl="0" indent="0" algn="l" rtl="0">
              <a:spcBef>
                <a:spcPts val="899"/>
              </a:spcBef>
              <a:buClr>
                <a:srgbClr val="000000"/>
              </a:buClr>
              <a:buSzPct val="100000"/>
              <a:buFont typeface="Arial" pitchFamily="34"/>
              <a:buChar char="•"/>
              <a:tabLst>
                <a:tab pos="0" algn="l"/>
                <a:tab pos="114120" algn="l"/>
                <a:tab pos="571320" algn="l"/>
                <a:tab pos="1028519" algn="l"/>
                <a:tab pos="1485719" algn="l"/>
                <a:tab pos="1942919" algn="l"/>
                <a:tab pos="2400119" algn="l"/>
                <a:tab pos="2857320" algn="l"/>
                <a:tab pos="3314519" algn="l"/>
                <a:tab pos="3771720" algn="l"/>
                <a:tab pos="4228919" algn="l"/>
                <a:tab pos="4686120" algn="l"/>
                <a:tab pos="5143320" algn="l"/>
                <a:tab pos="5600520" algn="l"/>
                <a:tab pos="6057720" algn="l"/>
                <a:tab pos="6514920" algn="l"/>
                <a:tab pos="6972120" algn="l"/>
                <a:tab pos="7429320" algn="l"/>
                <a:tab pos="7886520" algn="l"/>
                <a:tab pos="8343720" algn="l"/>
                <a:tab pos="8800920" algn="l"/>
              </a:tabLst>
            </a:pPr>
            <a:r>
              <a:rPr lang="he-IL" sz="3600"/>
              <a:t>פותח ע"י    </a:t>
            </a:r>
            <a:r>
              <a:rPr lang="en-US" sz="3600">
                <a:latin typeface="Brush Script MT" pitchFamily="66"/>
              </a:rPr>
              <a:t>Gale &amp; Shapley (1962)</a:t>
            </a:r>
          </a:p>
          <a:p>
            <a:pPr marL="0" lvl="0" indent="0" algn="l" rtl="0">
              <a:spcBef>
                <a:spcPts val="899"/>
              </a:spcBef>
              <a:buClr>
                <a:srgbClr val="000000"/>
              </a:buClr>
              <a:buSzPct val="100000"/>
              <a:buFont typeface="Arial" pitchFamily="34"/>
              <a:buChar char="•"/>
              <a:tabLst>
                <a:tab pos="0" algn="l"/>
                <a:tab pos="114120" algn="l"/>
                <a:tab pos="571320" algn="l"/>
                <a:tab pos="1028519" algn="l"/>
                <a:tab pos="1485719" algn="l"/>
                <a:tab pos="1942919" algn="l"/>
                <a:tab pos="2400119" algn="l"/>
                <a:tab pos="2857320" algn="l"/>
                <a:tab pos="3314519" algn="l"/>
                <a:tab pos="3771720" algn="l"/>
                <a:tab pos="4228919" algn="l"/>
                <a:tab pos="4686120" algn="l"/>
                <a:tab pos="5143320" algn="l"/>
                <a:tab pos="5600520" algn="l"/>
                <a:tab pos="6057720" algn="l"/>
                <a:tab pos="6514920" algn="l"/>
                <a:tab pos="6972120" algn="l"/>
                <a:tab pos="7429320" algn="l"/>
                <a:tab pos="7886520" algn="l"/>
                <a:tab pos="8343720" algn="l"/>
                <a:tab pos="8800920" algn="l"/>
              </a:tabLst>
            </a:pPr>
            <a:r>
              <a:rPr lang="en-US" sz="3600">
                <a:latin typeface="Brush Script MT" pitchFamily="66"/>
              </a:rPr>
              <a:t>זכה בפרס נובל בשנת 2012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5BB6E-5C2E-4B71-A51C-E82071F3F8C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57200" y="548640"/>
            <a:ext cx="8504280" cy="914400"/>
          </a:xfrm>
        </p:spPr>
        <p:txBody>
          <a:bodyPr wrap="square">
            <a:noAutofit/>
          </a:bodyPr>
          <a:lstStyle/>
          <a:p>
            <a:pPr lvl="0" algn="ctr"/>
            <a:r>
              <a:rPr lang="he-IL"/>
              <a:t>אלגוריתם "קבלה על-תנאי”</a:t>
            </a:r>
            <a:br>
              <a:rPr lang="he-IL"/>
            </a:br>
            <a:r>
              <a:rPr lang="he-IL" sz="3600"/>
              <a:t>deferred acceptance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33580A-85E9-EF08-CBDC-350E6B21588D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57200" y="2011680"/>
            <a:ext cx="8229600" cy="4525920"/>
          </a:xfrm>
        </p:spPr>
        <p:txBody>
          <a:bodyPr wrap="square"/>
          <a:lstStyle/>
          <a:p>
            <a:pPr lvl="0" algn="l" rtl="0"/>
            <a:r>
              <a:rPr lang="he-IL" sz="3600"/>
              <a:t>א. כל סטודנט הולך למחלקה שהוא הכי רוצה, מבין המחלקות שעדיין לא דחו אותו.</a:t>
            </a:r>
          </a:p>
          <a:p>
            <a:pPr lvl="0" algn="l" rtl="0"/>
            <a:r>
              <a:rPr lang="he-IL" sz="3600"/>
              <a:t>ב. כל מחלקה "מקבלת על תנאי" את הסטודנט שהיא הכי רוצה, מבין אלה שנמצאים בה, ודוחה את כל השאר.</a:t>
            </a:r>
          </a:p>
          <a:p>
            <a:pPr lvl="0" algn="l" rtl="0"/>
            <a:r>
              <a:rPr lang="he-IL" sz="3600"/>
              <a:t>ג. חוזרים על שלבים א ו-ב עד שכולם משודכים.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page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7B03346-81FD-521F-42F5-C69C44C43B9D}"/>
              </a:ext>
            </a:extLst>
          </p:cNvPr>
          <p:cNvGraphicFramePr>
            <a:graphicFrameLocks noGrp="1"/>
          </p:cNvGraphicFramePr>
          <p:nvPr/>
        </p:nvGraphicFramePr>
        <p:xfrm>
          <a:off x="291240" y="4609440"/>
          <a:ext cx="3963240" cy="2393640"/>
        </p:xfrm>
        <a:graphic>
          <a:graphicData uri="http://schemas.openxmlformats.org/drawingml/2006/table">
            <a:tbl>
              <a:tblPr/>
              <a:tblGrid>
                <a:gridCol w="1219320">
                  <a:extLst>
                    <a:ext uri="{9D8B030D-6E8A-4147-A177-3AD203B41FA5}">
                      <a16:colId xmlns:a16="http://schemas.microsoft.com/office/drawing/2014/main" val="3689857470"/>
                    </a:ext>
                  </a:extLst>
                </a:gridCol>
                <a:gridCol w="1220040">
                  <a:extLst>
                    <a:ext uri="{9D8B030D-6E8A-4147-A177-3AD203B41FA5}">
                      <a16:colId xmlns:a16="http://schemas.microsoft.com/office/drawing/2014/main" val="2534084703"/>
                    </a:ext>
                  </a:extLst>
                </a:gridCol>
                <a:gridCol w="1219680">
                  <a:extLst>
                    <a:ext uri="{9D8B030D-6E8A-4147-A177-3AD203B41FA5}">
                      <a16:colId xmlns:a16="http://schemas.microsoft.com/office/drawing/2014/main" val="1691960008"/>
                    </a:ext>
                  </a:extLst>
                </a:gridCol>
                <a:gridCol w="304560">
                  <a:extLst>
                    <a:ext uri="{9D8B030D-6E8A-4147-A177-3AD203B41FA5}">
                      <a16:colId xmlns:a16="http://schemas.microsoft.com/office/drawing/2014/main" val="1572534992"/>
                    </a:ext>
                  </a:extLst>
                </a:gridCol>
              </a:tblGrid>
              <a:tr h="1028879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799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800"/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רפי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799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800"/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שלמה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799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800"/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תומר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endParaRPr lang="en-US" sz="1800" b="0" i="0" u="none" strike="noStrike" cap="none" baseline="0">
                        <a:ln>
                          <a:noFill/>
                        </a:ln>
                        <a:solidFill>
                          <a:srgbClr val="000000"/>
                        </a:solidFill>
                        <a:latin typeface="Arial" pitchFamily="34"/>
                        <a:cs typeface="Arial" pitchFamily="34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6426876"/>
                  </a:ext>
                </a:extLst>
              </a:tr>
              <a:tr h="45504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אביבה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אביבה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בתיה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1496411"/>
                  </a:ext>
                </a:extLst>
              </a:tr>
              <a:tr h="45504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גליה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בתיה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גליה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652638"/>
                  </a:ext>
                </a:extLst>
              </a:tr>
              <a:tr h="45504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בתיה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גליה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אביבה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4210753"/>
                  </a:ext>
                </a:extLst>
              </a:tr>
            </a:tbl>
          </a:graphicData>
        </a:graphic>
      </p:graphicFrame>
      <p:grpSp>
        <p:nvGrpSpPr>
          <p:cNvPr id="3" name="Group 2">
            <a:extLst>
              <a:ext uri="{FF2B5EF4-FFF2-40B4-BE49-F238E27FC236}">
                <a16:creationId xmlns:a16="http://schemas.microsoft.com/office/drawing/2014/main" id="{6AB0A76C-46DE-E04F-CAFC-DB4CF6A3A13C}"/>
              </a:ext>
            </a:extLst>
          </p:cNvPr>
          <p:cNvGrpSpPr/>
          <p:nvPr/>
        </p:nvGrpSpPr>
        <p:grpSpPr>
          <a:xfrm>
            <a:off x="4191120" y="0"/>
            <a:ext cx="3579839" cy="6856560"/>
            <a:chOff x="4191120" y="0"/>
            <a:chExt cx="3579839" cy="6856560"/>
          </a:xfrm>
        </p:grpSpPr>
        <p:sp>
          <p:nvSpPr>
            <p:cNvPr id="4" name="Free-form: Shape 3">
              <a:extLst>
                <a:ext uri="{FF2B5EF4-FFF2-40B4-BE49-F238E27FC236}">
                  <a16:creationId xmlns:a16="http://schemas.microsoft.com/office/drawing/2014/main" id="{181D301B-9C0D-8838-8421-91594610C441}"/>
                </a:ext>
              </a:extLst>
            </p:cNvPr>
            <p:cNvSpPr/>
            <p:nvPr/>
          </p:nvSpPr>
          <p:spPr>
            <a:xfrm rot="16200000">
              <a:off x="2552579" y="1714500"/>
              <a:ext cx="6856560" cy="3427559"/>
            </a:xfrm>
            <a:custGeom>
              <a:avLst>
                <a:gd name="f0" fmla="val 1400"/>
                <a:gd name="f1" fmla="val 10800"/>
              </a:avLst>
              <a:gdLst>
                <a:gd name="f2" fmla="val 10800000"/>
                <a:gd name="f3" fmla="val 5400000"/>
                <a:gd name="f4" fmla="val 180"/>
                <a:gd name="f5" fmla="val w"/>
                <a:gd name="f6" fmla="val h"/>
                <a:gd name="f7" fmla="val 0"/>
                <a:gd name="f8" fmla="val -2147483647"/>
                <a:gd name="f9" fmla="val 2147483647"/>
                <a:gd name="f10" fmla="val 2230"/>
                <a:gd name="f11" fmla="val 8640"/>
                <a:gd name="f12" fmla="val 12960"/>
                <a:gd name="f13" fmla="+- 0 0 0"/>
                <a:gd name="f14" fmla="*/ f5 1 21600"/>
                <a:gd name="f15" fmla="*/ f6 1 21600"/>
                <a:gd name="f16" fmla="pin 0 f0 2230"/>
                <a:gd name="f17" fmla="pin 8640 f1 12960"/>
                <a:gd name="f18" fmla="*/ f13 f2 1"/>
                <a:gd name="f19" fmla="val f16"/>
                <a:gd name="f20" fmla="val f17"/>
                <a:gd name="f21" fmla="*/ f7 f14 1"/>
                <a:gd name="f22" fmla="*/ f16 f15 1"/>
                <a:gd name="f23" fmla="*/ f17 f14 1"/>
                <a:gd name="f24" fmla="*/ 21600 f15 1"/>
                <a:gd name="f25" fmla="*/ f18 1 f4"/>
                <a:gd name="f26" fmla="*/ 10800 f15 1"/>
                <a:gd name="f27" fmla="+- 21600 0 f19"/>
                <a:gd name="f28" fmla="+- f20 0 10800"/>
                <a:gd name="f29" fmla="*/ 7900 f19 1"/>
                <a:gd name="f30" fmla="*/ f19 2 1"/>
                <a:gd name="f31" fmla="*/ f19 f15 1"/>
                <a:gd name="f32" fmla="+- f25 0 f3"/>
                <a:gd name="f33" fmla="*/ f28 2 1"/>
                <a:gd name="f34" fmla="*/ f29 1 2230"/>
                <a:gd name="f35" fmla="+- 21600 0 f30"/>
                <a:gd name="f36" fmla="*/ f30 f15 1"/>
                <a:gd name="f37" fmla="*/ f27 f15 1"/>
                <a:gd name="f38" fmla="abs f33"/>
                <a:gd name="f39" fmla="+- f19 0 f34"/>
                <a:gd name="f40" fmla="+- f19 f34 0"/>
                <a:gd name="f41" fmla="+- 21600 0 f33"/>
                <a:gd name="f42" fmla="+- f27 f34 0"/>
                <a:gd name="f43" fmla="+- f27 0 f34"/>
                <a:gd name="f44" fmla="*/ f35 f15 1"/>
                <a:gd name="f45" fmla="?: f28 0 f38"/>
                <a:gd name="f46" fmla="?: f28 f41 21600"/>
                <a:gd name="f47" fmla="*/ f38 1 2"/>
                <a:gd name="f48" fmla="*/ f38 f14 1"/>
                <a:gd name="f49" fmla="*/ f41 f14 1"/>
                <a:gd name="f50" fmla="+- f46 0 f45"/>
                <a:gd name="f51" fmla="+- f45 3600 0"/>
                <a:gd name="f52" fmla="+- f46 f47 0"/>
                <a:gd name="f53" fmla="+- 21600 0 f47"/>
                <a:gd name="f54" fmla="+- 21600 0 f45"/>
                <a:gd name="f55" fmla="+- 21600 0 f46"/>
                <a:gd name="f56" fmla="*/ f47 f14 1"/>
                <a:gd name="f57" fmla="+- f51 0 f47"/>
                <a:gd name="f58" fmla="+- f52 0 3600"/>
                <a:gd name="f59" fmla="*/ f50 1 2"/>
                <a:gd name="f60" fmla="*/ f53 f14 1"/>
                <a:gd name="f61" fmla="+- f45 f59 0"/>
                <a:gd name="f62" fmla="+- 21600 0 f57"/>
                <a:gd name="f63" fmla="+- 21600 0 f58"/>
                <a:gd name="f64" fmla="+- 21600 0 f61"/>
                <a:gd name="f65" fmla="+- f61 0 f47"/>
                <a:gd name="f66" fmla="+- f61 f47 0"/>
                <a:gd name="f67" fmla="*/ f61 f14 1"/>
                <a:gd name="f68" fmla="+- f64 0 f47"/>
                <a:gd name="f69" fmla="+- f64 f47 0"/>
                <a:gd name="f70" fmla="*/ f64 f14 1"/>
              </a:gdLst>
              <a:ahLst>
                <a:ahXY gdRefY="f0" minY="f7" maxY="f10">
                  <a:pos x="f21" y="f22"/>
                </a:ahXY>
                <a:ahXY gdRefX="f1" minX="f11" maxX="f12">
                  <a:pos x="f23" y="f24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67" y="f31"/>
                </a:cxn>
                <a:cxn ang="f32">
                  <a:pos x="f56" y="f26"/>
                </a:cxn>
                <a:cxn ang="f32">
                  <a:pos x="f70" y="f37"/>
                </a:cxn>
                <a:cxn ang="f32">
                  <a:pos x="f60" y="f26"/>
                </a:cxn>
              </a:cxnLst>
              <a:rect l="f48" t="f36" r="f49" b="f44"/>
              <a:pathLst>
                <a:path w="21600" h="21600">
                  <a:moveTo>
                    <a:pt x="f45" y="f19"/>
                  </a:moveTo>
                  <a:cubicBezTo>
                    <a:pt x="f57" y="f39"/>
                    <a:pt x="f65" y="f40"/>
                    <a:pt x="f61" y="f19"/>
                  </a:cubicBezTo>
                  <a:cubicBezTo>
                    <a:pt x="f66" y="f39"/>
                    <a:pt x="f58" y="f40"/>
                    <a:pt x="f46" y="f19"/>
                  </a:cubicBezTo>
                  <a:lnTo>
                    <a:pt x="f54" y="f27"/>
                  </a:lnTo>
                  <a:cubicBezTo>
                    <a:pt x="f62" y="f42"/>
                    <a:pt x="f69" y="f43"/>
                    <a:pt x="f64" y="f27"/>
                  </a:cubicBezTo>
                  <a:cubicBezTo>
                    <a:pt x="f68" y="f42"/>
                    <a:pt x="f63" y="f43"/>
                    <a:pt x="f55" y="f27"/>
                  </a:cubicBezTo>
                  <a:close/>
                </a:path>
              </a:pathLst>
            </a:custGeom>
            <a:gradFill>
              <a:gsLst>
                <a:gs pos="0">
                  <a:srgbClr val="650092"/>
                </a:gs>
                <a:gs pos="100000">
                  <a:srgbClr val="FF9933"/>
                </a:gs>
              </a:gsLst>
              <a:lin ang="3240600"/>
            </a:gradFill>
            <a:ln>
              <a:noFill/>
              <a:prstDash val="solid"/>
            </a:ln>
          </p:spPr>
          <p:txBody>
            <a:bodyPr vert="horz" wrap="none" lIns="90000" tIns="46800" rIns="90000" bIns="46800" anchor="ctr" anchorCtr="0" compatLnSpc="1">
              <a:noAutofit/>
            </a:bodyPr>
            <a:lstStyle/>
            <a:p>
              <a:pPr marL="0" marR="0" lvl="0" indent="0" algn="r" rtl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endParaRPr>
            </a:p>
          </p:txBody>
        </p:sp>
        <p:sp>
          <p:nvSpPr>
            <p:cNvPr id="5" name="Straight Connector 4">
              <a:extLst>
                <a:ext uri="{FF2B5EF4-FFF2-40B4-BE49-F238E27FC236}">
                  <a16:creationId xmlns:a16="http://schemas.microsoft.com/office/drawing/2014/main" id="{23618210-4161-CB5A-6879-501585C21199}"/>
                </a:ext>
              </a:extLst>
            </p:cNvPr>
            <p:cNvSpPr/>
            <p:nvPr/>
          </p:nvSpPr>
          <p:spPr>
            <a:xfrm>
              <a:off x="4495680" y="4800600"/>
              <a:ext cx="3275279" cy="0"/>
            </a:xfrm>
            <a:prstGeom prst="line">
              <a:avLst/>
            </a:prstGeom>
            <a:noFill/>
            <a:ln w="95400" cap="sq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90000" tIns="46800" rIns="90000" bIns="46800" anchor="t" anchorCtr="0" compatLnSpc="1">
              <a:noAutofit/>
            </a:bodyPr>
            <a:lstStyle/>
            <a:p>
              <a:pPr marL="0" marR="0" lvl="0" indent="0" algn="r" rtl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endParaRPr>
            </a:p>
          </p:txBody>
        </p:sp>
        <p:sp>
          <p:nvSpPr>
            <p:cNvPr id="6" name="Straight Connector 5">
              <a:extLst>
                <a:ext uri="{FF2B5EF4-FFF2-40B4-BE49-F238E27FC236}">
                  <a16:creationId xmlns:a16="http://schemas.microsoft.com/office/drawing/2014/main" id="{07669485-DE34-542A-AF43-4C1D92B14425}"/>
                </a:ext>
              </a:extLst>
            </p:cNvPr>
            <p:cNvSpPr/>
            <p:nvPr/>
          </p:nvSpPr>
          <p:spPr>
            <a:xfrm>
              <a:off x="4191120" y="2286000"/>
              <a:ext cx="3274920" cy="0"/>
            </a:xfrm>
            <a:prstGeom prst="line">
              <a:avLst/>
            </a:prstGeom>
            <a:noFill/>
            <a:ln w="95400" cap="sq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90000" tIns="46800" rIns="90000" bIns="46800" anchor="t" anchorCtr="0" compatLnSpc="1">
              <a:noAutofit/>
            </a:bodyPr>
            <a:lstStyle/>
            <a:p>
              <a:pPr marL="0" marR="0" lvl="0" indent="0" algn="r" rtl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endParaRPr>
            </a:p>
          </p:txBody>
        </p:sp>
      </p:grpSp>
      <p:pic>
        <p:nvPicPr>
          <p:cNvPr id="7" name="">
            <a:extLst>
              <a:ext uri="{FF2B5EF4-FFF2-40B4-BE49-F238E27FC236}">
                <a16:creationId xmlns:a16="http://schemas.microsoft.com/office/drawing/2014/main" id="{4B9C4A6D-5D92-BC95-D848-B809E6D622D4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52280" y="2838600"/>
            <a:ext cx="1276560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">
            <a:extLst>
              <a:ext uri="{FF2B5EF4-FFF2-40B4-BE49-F238E27FC236}">
                <a16:creationId xmlns:a16="http://schemas.microsoft.com/office/drawing/2014/main" id="{9A817C75-A194-366C-DC69-65618B68E3AF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2676600" y="2828880"/>
            <a:ext cx="1322280" cy="1895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">
            <a:extLst>
              <a:ext uri="{FF2B5EF4-FFF2-40B4-BE49-F238E27FC236}">
                <a16:creationId xmlns:a16="http://schemas.microsoft.com/office/drawing/2014/main" id="{4E7D80F7-62AF-9A5E-ED6C-7F1891ED6C59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1438199" y="2800440"/>
            <a:ext cx="1276560" cy="1828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BF6CFC9-D39A-D901-51A4-5112597DE349}"/>
              </a:ext>
            </a:extLst>
          </p:cNvPr>
          <p:cNvGrpSpPr/>
          <p:nvPr/>
        </p:nvGrpSpPr>
        <p:grpSpPr>
          <a:xfrm>
            <a:off x="5807880" y="399240"/>
            <a:ext cx="1598760" cy="1522440"/>
            <a:chOff x="5807880" y="399240"/>
            <a:chExt cx="1598760" cy="1522440"/>
          </a:xfrm>
        </p:grpSpPr>
        <p:sp>
          <p:nvSpPr>
            <p:cNvPr id="11" name="Straight Connector 10">
              <a:extLst>
                <a:ext uri="{FF2B5EF4-FFF2-40B4-BE49-F238E27FC236}">
                  <a16:creationId xmlns:a16="http://schemas.microsoft.com/office/drawing/2014/main" id="{3B735635-E3D7-B541-E7F2-23543DAEA0D2}"/>
                </a:ext>
              </a:extLst>
            </p:cNvPr>
            <p:cNvSpPr/>
            <p:nvPr/>
          </p:nvSpPr>
          <p:spPr>
            <a:xfrm>
              <a:off x="5941440" y="400680"/>
              <a:ext cx="1465200" cy="1519559"/>
            </a:xfrm>
            <a:prstGeom prst="line">
              <a:avLst/>
            </a:prstGeom>
            <a:noFill/>
            <a:ln w="127080" cap="sq">
              <a:solidFill>
                <a:srgbClr val="CC0000"/>
              </a:solidFill>
              <a:prstDash val="solid"/>
              <a:miter/>
            </a:ln>
          </p:spPr>
          <p:txBody>
            <a:bodyPr vert="horz" wrap="square" lIns="90000" tIns="46800" rIns="90000" bIns="46800" anchor="t" anchorCtr="0" compatLnSpc="1">
              <a:noAutofit/>
            </a:bodyPr>
            <a:lstStyle/>
            <a:p>
              <a:pPr marL="0" marR="0" lvl="0" indent="0" algn="r" rtl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endParaRPr>
            </a:p>
          </p:txBody>
        </p:sp>
        <p:sp>
          <p:nvSpPr>
            <p:cNvPr id="12" name="Straight Connector 11">
              <a:extLst>
                <a:ext uri="{FF2B5EF4-FFF2-40B4-BE49-F238E27FC236}">
                  <a16:creationId xmlns:a16="http://schemas.microsoft.com/office/drawing/2014/main" id="{38593C76-649C-8906-7261-FC196919F847}"/>
                </a:ext>
              </a:extLst>
            </p:cNvPr>
            <p:cNvSpPr/>
            <p:nvPr/>
          </p:nvSpPr>
          <p:spPr>
            <a:xfrm flipV="1">
              <a:off x="5807880" y="399240"/>
              <a:ext cx="1598760" cy="1522440"/>
            </a:xfrm>
            <a:prstGeom prst="line">
              <a:avLst/>
            </a:prstGeom>
            <a:noFill/>
            <a:ln w="127080" cap="sq">
              <a:solidFill>
                <a:srgbClr val="CC0000"/>
              </a:solidFill>
              <a:prstDash val="solid"/>
              <a:miter/>
            </a:ln>
          </p:spPr>
          <p:txBody>
            <a:bodyPr vert="horz" wrap="square" lIns="90000" tIns="46800" rIns="90000" bIns="46800" anchor="t" anchorCtr="0" compatLnSpc="1">
              <a:noAutofit/>
            </a:bodyPr>
            <a:lstStyle/>
            <a:p>
              <a:pPr marL="0" marR="0" lvl="0" indent="0" algn="r" rtl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0C3CA07-048A-B3FA-B9EA-3CF36A7585A2}"/>
              </a:ext>
            </a:extLst>
          </p:cNvPr>
          <p:cNvGrpSpPr/>
          <p:nvPr/>
        </p:nvGrpSpPr>
        <p:grpSpPr>
          <a:xfrm>
            <a:off x="5716440" y="2866680"/>
            <a:ext cx="1598760" cy="1522440"/>
            <a:chOff x="5716440" y="2866680"/>
            <a:chExt cx="1598760" cy="1522440"/>
          </a:xfrm>
        </p:grpSpPr>
        <p:sp>
          <p:nvSpPr>
            <p:cNvPr id="14" name="Straight Connector 13">
              <a:extLst>
                <a:ext uri="{FF2B5EF4-FFF2-40B4-BE49-F238E27FC236}">
                  <a16:creationId xmlns:a16="http://schemas.microsoft.com/office/drawing/2014/main" id="{14F206BF-6555-6BC0-D76A-1F0044819E60}"/>
                </a:ext>
              </a:extLst>
            </p:cNvPr>
            <p:cNvSpPr/>
            <p:nvPr/>
          </p:nvSpPr>
          <p:spPr>
            <a:xfrm>
              <a:off x="5849640" y="2868480"/>
              <a:ext cx="1465560" cy="1519200"/>
            </a:xfrm>
            <a:prstGeom prst="line">
              <a:avLst/>
            </a:prstGeom>
            <a:noFill/>
            <a:ln w="127080" cap="sq">
              <a:solidFill>
                <a:srgbClr val="CC0000"/>
              </a:solidFill>
              <a:prstDash val="solid"/>
              <a:miter/>
            </a:ln>
          </p:spPr>
          <p:txBody>
            <a:bodyPr vert="horz" wrap="square" lIns="90000" tIns="46800" rIns="90000" bIns="46800" anchor="t" anchorCtr="0" compatLnSpc="1">
              <a:noAutofit/>
            </a:bodyPr>
            <a:lstStyle/>
            <a:p>
              <a:pPr marL="0" marR="0" lvl="0" indent="0" algn="r" rtl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endParaRPr>
            </a:p>
          </p:txBody>
        </p:sp>
        <p:sp>
          <p:nvSpPr>
            <p:cNvPr id="15" name="Straight Connector 14">
              <a:extLst>
                <a:ext uri="{FF2B5EF4-FFF2-40B4-BE49-F238E27FC236}">
                  <a16:creationId xmlns:a16="http://schemas.microsoft.com/office/drawing/2014/main" id="{085AF6C0-871B-BC14-D663-B0A1DA28DD60}"/>
                </a:ext>
              </a:extLst>
            </p:cNvPr>
            <p:cNvSpPr/>
            <p:nvPr/>
          </p:nvSpPr>
          <p:spPr>
            <a:xfrm flipV="1">
              <a:off x="5716440" y="2866680"/>
              <a:ext cx="1598760" cy="1522440"/>
            </a:xfrm>
            <a:prstGeom prst="line">
              <a:avLst/>
            </a:prstGeom>
            <a:noFill/>
            <a:ln w="127080" cap="sq">
              <a:solidFill>
                <a:srgbClr val="CC0000"/>
              </a:solidFill>
              <a:prstDash val="solid"/>
              <a:miter/>
            </a:ln>
          </p:spPr>
          <p:txBody>
            <a:bodyPr vert="horz" wrap="square" lIns="90000" tIns="46800" rIns="90000" bIns="46800" anchor="t" anchorCtr="0" compatLnSpc="1">
              <a:noAutofit/>
            </a:bodyPr>
            <a:lstStyle/>
            <a:p>
              <a:pPr marL="0" marR="0" lvl="0" indent="0" algn="r" rtl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endParaRPr>
            </a:p>
          </p:txBody>
        </p:sp>
      </p:grpSp>
      <p:pic>
        <p:nvPicPr>
          <p:cNvPr id="16" name="">
            <a:extLst>
              <a:ext uri="{FF2B5EF4-FFF2-40B4-BE49-F238E27FC236}">
                <a16:creationId xmlns:a16="http://schemas.microsoft.com/office/drawing/2014/main" id="{DFE12E45-C7A7-9BEF-1B83-C264C1B6CB65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 rot="240000">
            <a:off x="7573860" y="322364"/>
            <a:ext cx="1276200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">
            <a:extLst>
              <a:ext uri="{FF2B5EF4-FFF2-40B4-BE49-F238E27FC236}">
                <a16:creationId xmlns:a16="http://schemas.microsoft.com/office/drawing/2014/main" id="{59962D0E-0623-F87C-B0B9-5316F535C9C2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7581960" y="2666880"/>
            <a:ext cx="1276200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">
            <a:extLst>
              <a:ext uri="{FF2B5EF4-FFF2-40B4-BE49-F238E27FC236}">
                <a16:creationId xmlns:a16="http://schemas.microsoft.com/office/drawing/2014/main" id="{D3330599-05CA-8258-93BE-9AED505EC805}"/>
              </a:ext>
            </a:extLst>
          </p:cNvPr>
          <p:cNvPicPr>
            <a:picLocks noChangeAspect="1"/>
          </p:cNvPicPr>
          <p:nvPr/>
        </p:nvPicPr>
        <p:blipFill>
          <a:blip r:embed="rId8">
            <a:lum/>
            <a:alphaModFix/>
          </a:blip>
          <a:srcRect/>
          <a:stretch>
            <a:fillRect/>
          </a:stretch>
        </p:blipFill>
        <p:spPr>
          <a:xfrm>
            <a:off x="7581960" y="4952880"/>
            <a:ext cx="1230120" cy="17621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C874384D-38A1-6947-F92F-F7CA43042292}"/>
              </a:ext>
            </a:extLst>
          </p:cNvPr>
          <p:cNvGrpSpPr/>
          <p:nvPr/>
        </p:nvGrpSpPr>
        <p:grpSpPr>
          <a:xfrm>
            <a:off x="629640" y="5579280"/>
            <a:ext cx="1217520" cy="455760"/>
            <a:chOff x="629640" y="5579280"/>
            <a:chExt cx="1217520" cy="455760"/>
          </a:xfrm>
        </p:grpSpPr>
        <p:sp>
          <p:nvSpPr>
            <p:cNvPr id="20" name="Straight Connector 19">
              <a:extLst>
                <a:ext uri="{FF2B5EF4-FFF2-40B4-BE49-F238E27FC236}">
                  <a16:creationId xmlns:a16="http://schemas.microsoft.com/office/drawing/2014/main" id="{FA1A746E-9234-3A3F-C023-4BC2604EF1DB}"/>
                </a:ext>
              </a:extLst>
            </p:cNvPr>
            <p:cNvSpPr/>
            <p:nvPr/>
          </p:nvSpPr>
          <p:spPr>
            <a:xfrm>
              <a:off x="731159" y="5580360"/>
              <a:ext cx="1116001" cy="452880"/>
            </a:xfrm>
            <a:prstGeom prst="line">
              <a:avLst/>
            </a:prstGeom>
            <a:noFill/>
            <a:ln w="114480" cap="sq">
              <a:solidFill>
                <a:srgbClr val="CC0000"/>
              </a:solidFill>
              <a:prstDash val="solid"/>
              <a:miter/>
            </a:ln>
          </p:spPr>
          <p:txBody>
            <a:bodyPr vert="horz" wrap="square" lIns="90000" tIns="46800" rIns="90000" bIns="46800" anchor="t" anchorCtr="0" compatLnSpc="1">
              <a:noAutofit/>
            </a:bodyPr>
            <a:lstStyle/>
            <a:p>
              <a:pPr marL="0" marR="0" lvl="0" indent="0" algn="r" rtl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endParaRPr>
            </a:p>
          </p:txBody>
        </p:sp>
        <p:sp>
          <p:nvSpPr>
            <p:cNvPr id="21" name="Straight Connector 20">
              <a:extLst>
                <a:ext uri="{FF2B5EF4-FFF2-40B4-BE49-F238E27FC236}">
                  <a16:creationId xmlns:a16="http://schemas.microsoft.com/office/drawing/2014/main" id="{744C877D-5B13-F067-F214-BBAF9BF12640}"/>
                </a:ext>
              </a:extLst>
            </p:cNvPr>
            <p:cNvSpPr/>
            <p:nvPr/>
          </p:nvSpPr>
          <p:spPr>
            <a:xfrm flipV="1">
              <a:off x="629640" y="5579280"/>
              <a:ext cx="1217520" cy="455760"/>
            </a:xfrm>
            <a:prstGeom prst="line">
              <a:avLst/>
            </a:prstGeom>
            <a:noFill/>
            <a:ln w="114480" cap="sq">
              <a:solidFill>
                <a:srgbClr val="CC0000"/>
              </a:solidFill>
              <a:prstDash val="solid"/>
              <a:miter/>
            </a:ln>
          </p:spPr>
          <p:txBody>
            <a:bodyPr vert="horz" wrap="square" lIns="90000" tIns="46800" rIns="90000" bIns="46800" anchor="t" anchorCtr="0" compatLnSpc="1">
              <a:noAutofit/>
            </a:bodyPr>
            <a:lstStyle/>
            <a:p>
              <a:pPr marL="0" marR="0" lvl="0" indent="0" algn="r" rtl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D8812DD-7123-667B-ED6A-42B4806D4E64}"/>
              </a:ext>
            </a:extLst>
          </p:cNvPr>
          <p:cNvGrpSpPr/>
          <p:nvPr/>
        </p:nvGrpSpPr>
        <p:grpSpPr>
          <a:xfrm>
            <a:off x="1857599" y="5667479"/>
            <a:ext cx="1217521" cy="455761"/>
            <a:chOff x="1857599" y="5667479"/>
            <a:chExt cx="1217521" cy="455761"/>
          </a:xfrm>
        </p:grpSpPr>
        <p:sp>
          <p:nvSpPr>
            <p:cNvPr id="23" name="Straight Connector 22">
              <a:extLst>
                <a:ext uri="{FF2B5EF4-FFF2-40B4-BE49-F238E27FC236}">
                  <a16:creationId xmlns:a16="http://schemas.microsoft.com/office/drawing/2014/main" id="{10141BE1-ED11-6CF1-B863-893EB330EA89}"/>
                </a:ext>
              </a:extLst>
            </p:cNvPr>
            <p:cNvSpPr/>
            <p:nvPr/>
          </p:nvSpPr>
          <p:spPr>
            <a:xfrm>
              <a:off x="1959120" y="5668559"/>
              <a:ext cx="1116000" cy="452881"/>
            </a:xfrm>
            <a:prstGeom prst="line">
              <a:avLst/>
            </a:prstGeom>
            <a:noFill/>
            <a:ln w="114480" cap="sq">
              <a:solidFill>
                <a:srgbClr val="CC0000"/>
              </a:solidFill>
              <a:prstDash val="solid"/>
              <a:miter/>
            </a:ln>
          </p:spPr>
          <p:txBody>
            <a:bodyPr vert="horz" wrap="square" lIns="90000" tIns="46800" rIns="90000" bIns="46800" anchor="t" anchorCtr="0" compatLnSpc="1">
              <a:noAutofit/>
            </a:bodyPr>
            <a:lstStyle/>
            <a:p>
              <a:pPr marL="0" marR="0" lvl="0" indent="0" algn="r" rtl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endParaRPr>
            </a:p>
          </p:txBody>
        </p:sp>
        <p:sp>
          <p:nvSpPr>
            <p:cNvPr id="24" name="Straight Connector 23">
              <a:extLst>
                <a:ext uri="{FF2B5EF4-FFF2-40B4-BE49-F238E27FC236}">
                  <a16:creationId xmlns:a16="http://schemas.microsoft.com/office/drawing/2014/main" id="{3E53C65D-1259-C2CE-DA16-C3F53B1352EE}"/>
                </a:ext>
              </a:extLst>
            </p:cNvPr>
            <p:cNvSpPr/>
            <p:nvPr/>
          </p:nvSpPr>
          <p:spPr>
            <a:xfrm flipV="1">
              <a:off x="1857599" y="5667479"/>
              <a:ext cx="1217521" cy="455761"/>
            </a:xfrm>
            <a:prstGeom prst="line">
              <a:avLst/>
            </a:prstGeom>
            <a:noFill/>
            <a:ln w="114480" cap="sq">
              <a:solidFill>
                <a:srgbClr val="CC0000"/>
              </a:solidFill>
              <a:prstDash val="solid"/>
              <a:miter/>
            </a:ln>
          </p:spPr>
          <p:txBody>
            <a:bodyPr vert="horz" wrap="square" lIns="90000" tIns="46800" rIns="90000" bIns="46800" anchor="t" anchorCtr="0" compatLnSpc="1">
              <a:noAutofit/>
            </a:bodyPr>
            <a:lstStyle/>
            <a:p>
              <a:pPr marL="0" marR="0" lvl="0" indent="0" algn="r" rtl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endParaRPr>
            </a:p>
          </p:txBody>
        </p:sp>
      </p:grpSp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7073A8E7-76D7-6BED-A14E-17853F22DD42}"/>
              </a:ext>
            </a:extLst>
          </p:cNvPr>
          <p:cNvGraphicFramePr>
            <a:graphicFrameLocks noGrp="1"/>
          </p:cNvGraphicFramePr>
          <p:nvPr/>
        </p:nvGraphicFramePr>
        <p:xfrm>
          <a:off x="290160" y="231840"/>
          <a:ext cx="4039199" cy="2458440"/>
        </p:xfrm>
        <a:graphic>
          <a:graphicData uri="http://schemas.openxmlformats.org/drawingml/2006/table">
            <a:tbl>
              <a:tblPr/>
              <a:tblGrid>
                <a:gridCol w="1197359">
                  <a:extLst>
                    <a:ext uri="{9D8B030D-6E8A-4147-A177-3AD203B41FA5}">
                      <a16:colId xmlns:a16="http://schemas.microsoft.com/office/drawing/2014/main" val="283745552"/>
                    </a:ext>
                  </a:extLst>
                </a:gridCol>
                <a:gridCol w="1197359">
                  <a:extLst>
                    <a:ext uri="{9D8B030D-6E8A-4147-A177-3AD203B41FA5}">
                      <a16:colId xmlns:a16="http://schemas.microsoft.com/office/drawing/2014/main" val="3616297844"/>
                    </a:ext>
                  </a:extLst>
                </a:gridCol>
                <a:gridCol w="1263960">
                  <a:extLst>
                    <a:ext uri="{9D8B030D-6E8A-4147-A177-3AD203B41FA5}">
                      <a16:colId xmlns:a16="http://schemas.microsoft.com/office/drawing/2014/main" val="1596619804"/>
                    </a:ext>
                  </a:extLst>
                </a:gridCol>
                <a:gridCol w="380880">
                  <a:extLst>
                    <a:ext uri="{9D8B030D-6E8A-4147-A177-3AD203B41FA5}">
                      <a16:colId xmlns:a16="http://schemas.microsoft.com/office/drawing/2014/main" val="330591390"/>
                    </a:ext>
                  </a:extLst>
                </a:gridCol>
              </a:tblGrid>
              <a:tr h="912239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600"/>
                      </a:pPr>
                      <a:r>
                        <a:rPr lang="he-IL" sz="2600" b="1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גליה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600"/>
                      </a:pPr>
                      <a:r>
                        <a:rPr lang="he-IL" sz="2600" b="1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בתיה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600"/>
                      </a:pPr>
                      <a:r>
                        <a:rPr lang="he-IL" sz="2600" b="1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אביבה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endParaRPr lang="en-US" sz="1800" b="0" i="0" u="none" strike="noStrike" cap="none" baseline="0">
                        <a:ln>
                          <a:noFill/>
                        </a:ln>
                        <a:solidFill>
                          <a:srgbClr val="000000"/>
                        </a:solidFill>
                        <a:latin typeface="Arial" pitchFamily="34"/>
                        <a:cs typeface="Arial" pitchFamily="34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3893502"/>
                  </a:ext>
                </a:extLst>
              </a:tr>
              <a:tr h="51552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שלמה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שלמה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רפי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2337000"/>
                  </a:ext>
                </a:extLst>
              </a:tr>
              <a:tr h="455040">
                <a:tc rowSpan="2"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תומר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רפי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שלמה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721780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rtl="1"/>
                      <a:endParaRPr lang="he-I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rtl="1"/>
                      <a:endParaRPr lang="he-I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rtl="1"/>
                      <a:endParaRPr lang="he-IL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7896511"/>
                  </a:ext>
                </a:extLst>
              </a:tr>
              <a:tr h="51552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רפי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תומר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תומר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rtl="1"/>
                      <a:endParaRPr lang="he-I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3424910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path" accel="500" decel="5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112E-17 -0.00139 L 0.3625 -0.03334">
                                      <p:cBhvr>
                                        <p:cTn id="6" dur="2000" fill="hold"/>
                                        <p:tgtEl>
                                          <p:spTgt spid="8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path" accel="500" decel="5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3.33333E-6 L 0.49792 -0.375">
                                      <p:cBhvr>
                                        <p:cTn id="10" dur="2000" fill="hold"/>
                                        <p:tgtEl>
                                          <p:spTgt spid="9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path" accel="500" decel="5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0 L 0.475 -0.38333">
                                      <p:cBhvr>
                                        <p:cTn id="14" dur="2000" fill="hold"/>
                                        <p:tgtEl>
                                          <p:spTgt spid="7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path" accel="500" decel="5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49792 -0.375 L -0.00208 0.00277">
                                      <p:cBhvr>
                                        <p:cTn id="22" dur="2000" fill="hold"/>
                                        <p:tgtEl>
                                          <p:spTgt spid="9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Class="path" accel="500" decel="5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475 -0.38333 L 0.63334 -0.38333">
                                      <p:cBhvr>
                                        <p:cTn id="27" dur="3000" fill="hold"/>
                                        <p:tgtEl>
                                          <p:spTgt spid="7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Class="entr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Class="path" accel="500" decel="5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09 0.00278 L 0.32916 -0.02778">
                                      <p:cBhvr>
                                        <p:cTn id="34" dur="2000" fill="hold"/>
                                        <p:tgtEl>
                                          <p:spTgt spid="9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Class="path" accel="500" decel="5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3625 -0.03334 L -0.00417 0.00139">
                                      <p:cBhvr>
                                        <p:cTn id="42" dur="2000" fill="hold"/>
                                        <p:tgtEl>
                                          <p:spTgt spid="8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3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Class="path" accel="500" decel="5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32917 -0.03056 L 0.49792 -0.03334">
                                      <p:cBhvr>
                                        <p:cTn id="47" dur="3000" fill="hold"/>
                                        <p:tgtEl>
                                          <p:spTgt spid="9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Class="entr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Class="path" accel="500" decel="5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17 -0.00139 L 0.36667 0.31111">
                                      <p:cBhvr>
                                        <p:cTn id="56" dur="2000" fill="hold"/>
                                        <p:tgtEl>
                                          <p:spTgt spid="8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7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page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53BF4765-B992-C330-37E3-6043CDC0013C}"/>
              </a:ext>
            </a:extLst>
          </p:cNvPr>
          <p:cNvGrpSpPr/>
          <p:nvPr/>
        </p:nvGrpSpPr>
        <p:grpSpPr>
          <a:xfrm>
            <a:off x="4191120" y="0"/>
            <a:ext cx="3579839" cy="6856560"/>
            <a:chOff x="4191120" y="0"/>
            <a:chExt cx="3579839" cy="6856560"/>
          </a:xfrm>
        </p:grpSpPr>
        <p:sp>
          <p:nvSpPr>
            <p:cNvPr id="3" name="Free-form: Shape 2">
              <a:extLst>
                <a:ext uri="{FF2B5EF4-FFF2-40B4-BE49-F238E27FC236}">
                  <a16:creationId xmlns:a16="http://schemas.microsoft.com/office/drawing/2014/main" id="{FA29EA78-8F50-49AB-2E75-BDCB9256340B}"/>
                </a:ext>
              </a:extLst>
            </p:cNvPr>
            <p:cNvSpPr/>
            <p:nvPr/>
          </p:nvSpPr>
          <p:spPr>
            <a:xfrm rot="16200000">
              <a:off x="2552579" y="1714500"/>
              <a:ext cx="6856560" cy="3427559"/>
            </a:xfrm>
            <a:custGeom>
              <a:avLst>
                <a:gd name="f0" fmla="val 1400"/>
                <a:gd name="f1" fmla="val 10800"/>
              </a:avLst>
              <a:gdLst>
                <a:gd name="f2" fmla="val 10800000"/>
                <a:gd name="f3" fmla="val 5400000"/>
                <a:gd name="f4" fmla="val 180"/>
                <a:gd name="f5" fmla="val w"/>
                <a:gd name="f6" fmla="val h"/>
                <a:gd name="f7" fmla="val 0"/>
                <a:gd name="f8" fmla="val -2147483647"/>
                <a:gd name="f9" fmla="val 2147483647"/>
                <a:gd name="f10" fmla="val 2230"/>
                <a:gd name="f11" fmla="val 8640"/>
                <a:gd name="f12" fmla="val 12960"/>
                <a:gd name="f13" fmla="+- 0 0 0"/>
                <a:gd name="f14" fmla="*/ f5 1 21600"/>
                <a:gd name="f15" fmla="*/ f6 1 21600"/>
                <a:gd name="f16" fmla="pin 0 f0 2230"/>
                <a:gd name="f17" fmla="pin 8640 f1 12960"/>
                <a:gd name="f18" fmla="*/ f13 f2 1"/>
                <a:gd name="f19" fmla="val f16"/>
                <a:gd name="f20" fmla="val f17"/>
                <a:gd name="f21" fmla="*/ f7 f14 1"/>
                <a:gd name="f22" fmla="*/ f16 f15 1"/>
                <a:gd name="f23" fmla="*/ f17 f14 1"/>
                <a:gd name="f24" fmla="*/ 21600 f15 1"/>
                <a:gd name="f25" fmla="*/ f18 1 f4"/>
                <a:gd name="f26" fmla="*/ 10800 f15 1"/>
                <a:gd name="f27" fmla="+- 21600 0 f19"/>
                <a:gd name="f28" fmla="+- f20 0 10800"/>
                <a:gd name="f29" fmla="*/ 7900 f19 1"/>
                <a:gd name="f30" fmla="*/ f19 2 1"/>
                <a:gd name="f31" fmla="*/ f19 f15 1"/>
                <a:gd name="f32" fmla="+- f25 0 f3"/>
                <a:gd name="f33" fmla="*/ f28 2 1"/>
                <a:gd name="f34" fmla="*/ f29 1 2230"/>
                <a:gd name="f35" fmla="+- 21600 0 f30"/>
                <a:gd name="f36" fmla="*/ f30 f15 1"/>
                <a:gd name="f37" fmla="*/ f27 f15 1"/>
                <a:gd name="f38" fmla="abs f33"/>
                <a:gd name="f39" fmla="+- f19 0 f34"/>
                <a:gd name="f40" fmla="+- f19 f34 0"/>
                <a:gd name="f41" fmla="+- 21600 0 f33"/>
                <a:gd name="f42" fmla="+- f27 f34 0"/>
                <a:gd name="f43" fmla="+- f27 0 f34"/>
                <a:gd name="f44" fmla="*/ f35 f15 1"/>
                <a:gd name="f45" fmla="?: f28 0 f38"/>
                <a:gd name="f46" fmla="?: f28 f41 21600"/>
                <a:gd name="f47" fmla="*/ f38 1 2"/>
                <a:gd name="f48" fmla="*/ f38 f14 1"/>
                <a:gd name="f49" fmla="*/ f41 f14 1"/>
                <a:gd name="f50" fmla="+- f46 0 f45"/>
                <a:gd name="f51" fmla="+- f45 3600 0"/>
                <a:gd name="f52" fmla="+- f46 f47 0"/>
                <a:gd name="f53" fmla="+- 21600 0 f47"/>
                <a:gd name="f54" fmla="+- 21600 0 f45"/>
                <a:gd name="f55" fmla="+- 21600 0 f46"/>
                <a:gd name="f56" fmla="*/ f47 f14 1"/>
                <a:gd name="f57" fmla="+- f51 0 f47"/>
                <a:gd name="f58" fmla="+- f52 0 3600"/>
                <a:gd name="f59" fmla="*/ f50 1 2"/>
                <a:gd name="f60" fmla="*/ f53 f14 1"/>
                <a:gd name="f61" fmla="+- f45 f59 0"/>
                <a:gd name="f62" fmla="+- 21600 0 f57"/>
                <a:gd name="f63" fmla="+- 21600 0 f58"/>
                <a:gd name="f64" fmla="+- 21600 0 f61"/>
                <a:gd name="f65" fmla="+- f61 0 f47"/>
                <a:gd name="f66" fmla="+- f61 f47 0"/>
                <a:gd name="f67" fmla="*/ f61 f14 1"/>
                <a:gd name="f68" fmla="+- f64 0 f47"/>
                <a:gd name="f69" fmla="+- f64 f47 0"/>
                <a:gd name="f70" fmla="*/ f64 f14 1"/>
              </a:gdLst>
              <a:ahLst>
                <a:ahXY gdRefY="f0" minY="f7" maxY="f10">
                  <a:pos x="f21" y="f22"/>
                </a:ahXY>
                <a:ahXY gdRefX="f1" minX="f11" maxX="f12">
                  <a:pos x="f23" y="f24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67" y="f31"/>
                </a:cxn>
                <a:cxn ang="f32">
                  <a:pos x="f56" y="f26"/>
                </a:cxn>
                <a:cxn ang="f32">
                  <a:pos x="f70" y="f37"/>
                </a:cxn>
                <a:cxn ang="f32">
                  <a:pos x="f60" y="f26"/>
                </a:cxn>
              </a:cxnLst>
              <a:rect l="f48" t="f36" r="f49" b="f44"/>
              <a:pathLst>
                <a:path w="21600" h="21600">
                  <a:moveTo>
                    <a:pt x="f45" y="f19"/>
                  </a:moveTo>
                  <a:cubicBezTo>
                    <a:pt x="f57" y="f39"/>
                    <a:pt x="f65" y="f40"/>
                    <a:pt x="f61" y="f19"/>
                  </a:cubicBezTo>
                  <a:cubicBezTo>
                    <a:pt x="f66" y="f39"/>
                    <a:pt x="f58" y="f40"/>
                    <a:pt x="f46" y="f19"/>
                  </a:cubicBezTo>
                  <a:lnTo>
                    <a:pt x="f54" y="f27"/>
                  </a:lnTo>
                  <a:cubicBezTo>
                    <a:pt x="f62" y="f42"/>
                    <a:pt x="f69" y="f43"/>
                    <a:pt x="f64" y="f27"/>
                  </a:cubicBezTo>
                  <a:cubicBezTo>
                    <a:pt x="f68" y="f42"/>
                    <a:pt x="f63" y="f43"/>
                    <a:pt x="f55" y="f27"/>
                  </a:cubicBezTo>
                  <a:close/>
                </a:path>
              </a:pathLst>
            </a:custGeom>
            <a:gradFill>
              <a:gsLst>
                <a:gs pos="0">
                  <a:srgbClr val="650092"/>
                </a:gs>
                <a:gs pos="100000">
                  <a:srgbClr val="FF9933"/>
                </a:gs>
              </a:gsLst>
              <a:lin ang="3240600"/>
            </a:gradFill>
            <a:ln>
              <a:noFill/>
              <a:prstDash val="solid"/>
            </a:ln>
          </p:spPr>
          <p:txBody>
            <a:bodyPr vert="horz" wrap="none" lIns="90000" tIns="46800" rIns="90000" bIns="46800" anchor="ctr" anchorCtr="0" compatLnSpc="1">
              <a:noAutofit/>
            </a:bodyPr>
            <a:lstStyle/>
            <a:p>
              <a:pPr marL="0" marR="0" lvl="0" indent="0" algn="r" rtl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endParaRPr>
            </a:p>
          </p:txBody>
        </p:sp>
        <p:sp>
          <p:nvSpPr>
            <p:cNvPr id="4" name="Straight Connector 3">
              <a:extLst>
                <a:ext uri="{FF2B5EF4-FFF2-40B4-BE49-F238E27FC236}">
                  <a16:creationId xmlns:a16="http://schemas.microsoft.com/office/drawing/2014/main" id="{4A21CC93-4F8B-A271-8ACA-ECCED058ACCE}"/>
                </a:ext>
              </a:extLst>
            </p:cNvPr>
            <p:cNvSpPr/>
            <p:nvPr/>
          </p:nvSpPr>
          <p:spPr>
            <a:xfrm>
              <a:off x="4495680" y="4800600"/>
              <a:ext cx="3275279" cy="0"/>
            </a:xfrm>
            <a:prstGeom prst="line">
              <a:avLst/>
            </a:prstGeom>
            <a:noFill/>
            <a:ln w="95400" cap="sq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90000" tIns="46800" rIns="90000" bIns="46800" anchor="t" anchorCtr="0" compatLnSpc="1">
              <a:noAutofit/>
            </a:bodyPr>
            <a:lstStyle/>
            <a:p>
              <a:pPr marL="0" marR="0" lvl="0" indent="0" algn="r" rtl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endParaRPr>
            </a:p>
          </p:txBody>
        </p:sp>
        <p:sp>
          <p:nvSpPr>
            <p:cNvPr id="5" name="Straight Connector 4">
              <a:extLst>
                <a:ext uri="{FF2B5EF4-FFF2-40B4-BE49-F238E27FC236}">
                  <a16:creationId xmlns:a16="http://schemas.microsoft.com/office/drawing/2014/main" id="{741C7BB3-207E-C8D7-F26F-53C7C75AF378}"/>
                </a:ext>
              </a:extLst>
            </p:cNvPr>
            <p:cNvSpPr/>
            <p:nvPr/>
          </p:nvSpPr>
          <p:spPr>
            <a:xfrm>
              <a:off x="4191120" y="2286000"/>
              <a:ext cx="3274920" cy="0"/>
            </a:xfrm>
            <a:prstGeom prst="line">
              <a:avLst/>
            </a:prstGeom>
            <a:noFill/>
            <a:ln w="95400" cap="sq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90000" tIns="46800" rIns="90000" bIns="46800" anchor="t" anchorCtr="0" compatLnSpc="1">
              <a:noAutofit/>
            </a:bodyPr>
            <a:lstStyle/>
            <a:p>
              <a:pPr marL="0" marR="0" lvl="0" indent="0" algn="r" rtl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endParaRPr>
            </a:p>
          </p:txBody>
        </p:sp>
      </p:grpSp>
      <p:pic>
        <p:nvPicPr>
          <p:cNvPr id="6" name="">
            <a:extLst>
              <a:ext uri="{FF2B5EF4-FFF2-40B4-BE49-F238E27FC236}">
                <a16:creationId xmlns:a16="http://schemas.microsoft.com/office/drawing/2014/main" id="{086D1FED-EECA-593E-1ACB-8D83B1F25CE2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 rot="240000">
            <a:off x="7573860" y="322364"/>
            <a:ext cx="1276200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">
            <a:extLst>
              <a:ext uri="{FF2B5EF4-FFF2-40B4-BE49-F238E27FC236}">
                <a16:creationId xmlns:a16="http://schemas.microsoft.com/office/drawing/2014/main" id="{C36464E0-6D0A-B11A-169A-CC4C9662AD42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5838840" y="209520"/>
            <a:ext cx="1276200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">
            <a:extLst>
              <a:ext uri="{FF2B5EF4-FFF2-40B4-BE49-F238E27FC236}">
                <a16:creationId xmlns:a16="http://schemas.microsoft.com/office/drawing/2014/main" id="{6726A6F8-FE93-EFB4-AA58-F92E3CD575D8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5952960" y="2562119"/>
            <a:ext cx="1276560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">
            <a:extLst>
              <a:ext uri="{FF2B5EF4-FFF2-40B4-BE49-F238E27FC236}">
                <a16:creationId xmlns:a16="http://schemas.microsoft.com/office/drawing/2014/main" id="{E9DA990A-8950-939A-86AA-728BFB10DFA7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7581960" y="2666880"/>
            <a:ext cx="1276200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">
            <a:extLst>
              <a:ext uri="{FF2B5EF4-FFF2-40B4-BE49-F238E27FC236}">
                <a16:creationId xmlns:a16="http://schemas.microsoft.com/office/drawing/2014/main" id="{6BC84DA6-E59F-A229-93C2-76FAFC964C4F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5999040" y="4962600"/>
            <a:ext cx="1322640" cy="1895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">
            <a:extLst>
              <a:ext uri="{FF2B5EF4-FFF2-40B4-BE49-F238E27FC236}">
                <a16:creationId xmlns:a16="http://schemas.microsoft.com/office/drawing/2014/main" id="{55CEFBDC-FFD6-C4EF-FB23-4D2EB7C391D7}"/>
              </a:ext>
            </a:extLst>
          </p:cNvPr>
          <p:cNvPicPr>
            <a:picLocks noChangeAspect="1"/>
          </p:cNvPicPr>
          <p:nvPr/>
        </p:nvPicPr>
        <p:blipFill>
          <a:blip r:embed="rId8">
            <a:lum/>
            <a:alphaModFix/>
          </a:blip>
          <a:srcRect/>
          <a:stretch>
            <a:fillRect/>
          </a:stretch>
        </p:blipFill>
        <p:spPr>
          <a:xfrm>
            <a:off x="7581960" y="4952880"/>
            <a:ext cx="1230120" cy="1762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path" accel="500" decel="5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2.22222E-6 L 0.09271 2.22222E-6">
                                      <p:cBhvr>
                                        <p:cTn id="6" dur="2000" fill="hold"/>
                                        <p:tgtEl>
                                          <p:spTgt spid="7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Class="path" accel="500" decel="5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-4.44444E-6 L 0.07917 -4.44444E-6">
                                      <p:cBhvr>
                                        <p:cTn id="8" dur="2000" fill="hold"/>
                                        <p:tgtEl>
                                          <p:spTgt spid="8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Class="path" accel="500" decel="5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1.11111E-6 L 0.07708 -1.11111E-6">
                                      <p:cBhvr>
                                        <p:cTn id="10" dur="2000" fill="hold"/>
                                        <p:tgtEl>
                                          <p:spTgt spid="10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page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-form: Shape 1">
            <a:extLst>
              <a:ext uri="{FF2B5EF4-FFF2-40B4-BE49-F238E27FC236}">
                <a16:creationId xmlns:a16="http://schemas.microsoft.com/office/drawing/2014/main" id="{01DD487B-E144-5E1F-E2B7-416CAAB147E8}"/>
              </a:ext>
            </a:extLst>
          </p:cNvPr>
          <p:cNvSpPr/>
          <p:nvPr/>
        </p:nvSpPr>
        <p:spPr>
          <a:xfrm rot="2940000">
            <a:off x="2417668" y="452712"/>
            <a:ext cx="4343400" cy="9372600"/>
          </a:xfrm>
          <a:custGeom>
            <a:avLst>
              <a:gd name="f0" fmla="val 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0"/>
              <a:gd name="f7" fmla="val 21600"/>
              <a:gd name="f8" fmla="val -2147483647"/>
              <a:gd name="f9" fmla="val 2147483647"/>
              <a:gd name="f10" fmla="+- 0 0 0"/>
              <a:gd name="f11" fmla="*/ f4 1 21600"/>
              <a:gd name="f12" fmla="*/ f5 1 21600"/>
              <a:gd name="f13" fmla="pin 0 f0 21600"/>
              <a:gd name="f14" fmla="*/ f10 f1 1"/>
              <a:gd name="f15" fmla="val f13"/>
              <a:gd name="f16" fmla="*/ f13 1 2"/>
              <a:gd name="f17" fmla="*/ f13 f11 1"/>
              <a:gd name="f18" fmla="*/ f6 f12 1"/>
              <a:gd name="f19" fmla="*/ 18000 f12 1"/>
              <a:gd name="f20" fmla="*/ 10800 f12 1"/>
              <a:gd name="f21" fmla="*/ 0 f12 1"/>
              <a:gd name="f22" fmla="*/ f14 1 f3"/>
              <a:gd name="f23" fmla="*/ 0 f11 1"/>
              <a:gd name="f24" fmla="*/ 21600 f12 1"/>
              <a:gd name="f25" fmla="*/ 10800 f11 1"/>
              <a:gd name="f26" fmla="*/ 21600 f11 1"/>
              <a:gd name="f27" fmla="+- f16 10800 0"/>
              <a:gd name="f28" fmla="+- 21600 0 f15"/>
              <a:gd name="f29" fmla="*/ f16 f11 1"/>
              <a:gd name="f30" fmla="*/ f15 f11 1"/>
              <a:gd name="f31" fmla="+- f22 0 f2"/>
              <a:gd name="f32" fmla="*/ f28 1 2"/>
              <a:gd name="f33" fmla="*/ f27 f11 1"/>
              <a:gd name="f34" fmla="+- 21600 0 f32"/>
              <a:gd name="f35" fmla="*/ f34 f11 1"/>
            </a:gdLst>
            <a:ahLst>
              <a:ahXY gdRefX="f0" minX="f6" maxX="f7">
                <a:pos x="f17" y="f1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1">
                <a:pos x="f30" y="f21"/>
              </a:cxn>
              <a:cxn ang="f31">
                <a:pos x="f29" y="f20"/>
              </a:cxn>
              <a:cxn ang="f31">
                <a:pos x="f23" y="f24"/>
              </a:cxn>
              <a:cxn ang="f31">
                <a:pos x="f25" y="f24"/>
              </a:cxn>
              <a:cxn ang="f31">
                <a:pos x="f26" y="f24"/>
              </a:cxn>
              <a:cxn ang="f31">
                <a:pos x="f35" y="f20"/>
              </a:cxn>
            </a:cxnLst>
            <a:rect l="f29" t="f20" r="f33" b="f19"/>
            <a:pathLst>
              <a:path w="21600" h="21600">
                <a:moveTo>
                  <a:pt x="f15" y="f6"/>
                </a:moveTo>
                <a:lnTo>
                  <a:pt x="f7" y="f7"/>
                </a:lnTo>
                <a:lnTo>
                  <a:pt x="f6" y="f7"/>
                </a:lnTo>
                <a:close/>
              </a:path>
            </a:pathLst>
          </a:custGeom>
          <a:solidFill>
            <a:srgbClr val="CC0000">
              <a:alpha val="39000"/>
            </a:srgbClr>
          </a:solidFill>
          <a:ln>
            <a:noFill/>
            <a:prstDash val="solid"/>
          </a:ln>
        </p:spPr>
        <p:txBody>
          <a:bodyPr vert="horz" wrap="none" lIns="90000" tIns="46800" rIns="90000" bIns="46800" anchor="ctr" anchorCtr="0" compatLnSpc="1">
            <a:no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34"/>
              <a:ea typeface="Arial" pitchFamily="34"/>
              <a:cs typeface="Arial" pitchFamily="34"/>
            </a:endParaRPr>
          </a:p>
        </p:txBody>
      </p:sp>
      <p:sp>
        <p:nvSpPr>
          <p:cNvPr id="3" name="Free-form: Shape 2">
            <a:extLst>
              <a:ext uri="{FF2B5EF4-FFF2-40B4-BE49-F238E27FC236}">
                <a16:creationId xmlns:a16="http://schemas.microsoft.com/office/drawing/2014/main" id="{E46BDA1B-5927-FF1C-57C3-11529F37022F}"/>
              </a:ext>
            </a:extLst>
          </p:cNvPr>
          <p:cNvSpPr/>
          <p:nvPr/>
        </p:nvSpPr>
        <p:spPr>
          <a:xfrm rot="19680000">
            <a:off x="606399" y="-728765"/>
            <a:ext cx="4724280" cy="960120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0"/>
              <a:gd name="f7" fmla="val 21600"/>
              <a:gd name="f8" fmla="val -2147483647"/>
              <a:gd name="f9" fmla="val 2147483647"/>
              <a:gd name="f10" fmla="+- 0 0 0"/>
              <a:gd name="f11" fmla="*/ f4 1 21600"/>
              <a:gd name="f12" fmla="*/ f5 1 21600"/>
              <a:gd name="f13" fmla="pin 0 f0 21600"/>
              <a:gd name="f14" fmla="*/ f10 f1 1"/>
              <a:gd name="f15" fmla="val f13"/>
              <a:gd name="f16" fmla="*/ f13 1 2"/>
              <a:gd name="f17" fmla="*/ f13 f11 1"/>
              <a:gd name="f18" fmla="*/ f6 f12 1"/>
              <a:gd name="f19" fmla="*/ 18000 f12 1"/>
              <a:gd name="f20" fmla="*/ 10800 f12 1"/>
              <a:gd name="f21" fmla="*/ 0 f12 1"/>
              <a:gd name="f22" fmla="*/ f14 1 f3"/>
              <a:gd name="f23" fmla="*/ 0 f11 1"/>
              <a:gd name="f24" fmla="*/ 21600 f12 1"/>
              <a:gd name="f25" fmla="*/ 10800 f11 1"/>
              <a:gd name="f26" fmla="*/ 21600 f11 1"/>
              <a:gd name="f27" fmla="+- f16 10800 0"/>
              <a:gd name="f28" fmla="+- 21600 0 f15"/>
              <a:gd name="f29" fmla="*/ f16 f11 1"/>
              <a:gd name="f30" fmla="*/ f15 f11 1"/>
              <a:gd name="f31" fmla="+- f22 0 f2"/>
              <a:gd name="f32" fmla="*/ f28 1 2"/>
              <a:gd name="f33" fmla="*/ f27 f11 1"/>
              <a:gd name="f34" fmla="+- 21600 0 f32"/>
              <a:gd name="f35" fmla="*/ f34 f11 1"/>
            </a:gdLst>
            <a:ahLst>
              <a:ahXY gdRefX="f0" minX="f6" maxX="f7">
                <a:pos x="f17" y="f1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1">
                <a:pos x="f30" y="f21"/>
              </a:cxn>
              <a:cxn ang="f31">
                <a:pos x="f29" y="f20"/>
              </a:cxn>
              <a:cxn ang="f31">
                <a:pos x="f23" y="f24"/>
              </a:cxn>
              <a:cxn ang="f31">
                <a:pos x="f25" y="f24"/>
              </a:cxn>
              <a:cxn ang="f31">
                <a:pos x="f26" y="f24"/>
              </a:cxn>
              <a:cxn ang="f31">
                <a:pos x="f35" y="f20"/>
              </a:cxn>
            </a:cxnLst>
            <a:rect l="f29" t="f20" r="f33" b="f19"/>
            <a:pathLst>
              <a:path w="21600" h="21600">
                <a:moveTo>
                  <a:pt x="f15" y="f6"/>
                </a:moveTo>
                <a:lnTo>
                  <a:pt x="f7" y="f7"/>
                </a:lnTo>
                <a:lnTo>
                  <a:pt x="f6" y="f7"/>
                </a:lnTo>
                <a:close/>
              </a:path>
            </a:pathLst>
          </a:custGeom>
          <a:solidFill>
            <a:srgbClr val="000080">
              <a:alpha val="30000"/>
            </a:srgbClr>
          </a:solidFill>
          <a:ln>
            <a:noFill/>
            <a:prstDash val="solid"/>
          </a:ln>
        </p:spPr>
        <p:txBody>
          <a:bodyPr vert="horz" wrap="none" lIns="90000" tIns="46800" rIns="90000" bIns="46800" anchor="ctr" anchorCtr="0" compatLnSpc="1">
            <a:no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34"/>
              <a:ea typeface="Arial" pitchFamily="34"/>
              <a:cs typeface="Arial" pitchFamily="34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CC477A3-4EB8-56FF-8595-988F06DC26FF}"/>
              </a:ext>
            </a:extLst>
          </p:cNvPr>
          <p:cNvGrpSpPr/>
          <p:nvPr/>
        </p:nvGrpSpPr>
        <p:grpSpPr>
          <a:xfrm>
            <a:off x="6705720" y="228600"/>
            <a:ext cx="2233202" cy="1985639"/>
            <a:chOff x="6705720" y="228600"/>
            <a:chExt cx="2233202" cy="1985639"/>
          </a:xfrm>
        </p:grpSpPr>
        <p:pic>
          <p:nvPicPr>
            <p:cNvPr id="5" name="">
              <a:extLst>
                <a:ext uri="{FF2B5EF4-FFF2-40B4-BE49-F238E27FC236}">
                  <a16:creationId xmlns:a16="http://schemas.microsoft.com/office/drawing/2014/main" id="{A66314CB-5816-73D1-FC53-D4BEDEFA5DB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lum/>
              <a:alphaModFix/>
            </a:blip>
            <a:srcRect/>
            <a:stretch>
              <a:fillRect/>
            </a:stretch>
          </p:blipFill>
          <p:spPr>
            <a:xfrm rot="240000">
              <a:off x="7628162" y="343679"/>
              <a:ext cx="1310760" cy="187056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" name="">
              <a:extLst>
                <a:ext uri="{FF2B5EF4-FFF2-40B4-BE49-F238E27FC236}">
                  <a16:creationId xmlns:a16="http://schemas.microsoft.com/office/drawing/2014/main" id="{27BF3507-7F92-1640-3C1D-1F63247760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lum/>
              <a:alphaModFix/>
            </a:blip>
            <a:srcRect/>
            <a:stretch>
              <a:fillRect/>
            </a:stretch>
          </p:blipFill>
          <p:spPr>
            <a:xfrm>
              <a:off x="6705720" y="228600"/>
              <a:ext cx="1310760" cy="187056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2A22179-02F7-FB84-CAE9-E6451549A70E}"/>
              </a:ext>
            </a:extLst>
          </p:cNvPr>
          <p:cNvGrpSpPr/>
          <p:nvPr/>
        </p:nvGrpSpPr>
        <p:grpSpPr>
          <a:xfrm>
            <a:off x="6667560" y="2562119"/>
            <a:ext cx="2189160" cy="1932121"/>
            <a:chOff x="6667560" y="2562119"/>
            <a:chExt cx="2189160" cy="1932121"/>
          </a:xfrm>
        </p:grpSpPr>
        <p:pic>
          <p:nvPicPr>
            <p:cNvPr id="8" name="">
              <a:extLst>
                <a:ext uri="{FF2B5EF4-FFF2-40B4-BE49-F238E27FC236}">
                  <a16:creationId xmlns:a16="http://schemas.microsoft.com/office/drawing/2014/main" id="{B248E288-6053-629E-0AD4-BAE423D382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/>
              <a:alphaModFix/>
            </a:blip>
            <a:srcRect/>
            <a:stretch>
              <a:fillRect/>
            </a:stretch>
          </p:blipFill>
          <p:spPr>
            <a:xfrm>
              <a:off x="6667560" y="2562119"/>
              <a:ext cx="1274760" cy="182736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" name="">
              <a:extLst>
                <a:ext uri="{FF2B5EF4-FFF2-40B4-BE49-F238E27FC236}">
                  <a16:creationId xmlns:a16="http://schemas.microsoft.com/office/drawing/2014/main" id="{07F4368D-4840-1096-CC4A-4503555BC9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/>
              <a:alphaModFix/>
            </a:blip>
            <a:srcRect/>
            <a:stretch>
              <a:fillRect/>
            </a:stretch>
          </p:blipFill>
          <p:spPr>
            <a:xfrm>
              <a:off x="7581960" y="2666880"/>
              <a:ext cx="1274760" cy="182736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FB46CFAD-B921-4725-A97D-E8A535D6138A}"/>
              </a:ext>
            </a:extLst>
          </p:cNvPr>
          <p:cNvGrpSpPr/>
          <p:nvPr/>
        </p:nvGrpSpPr>
        <p:grpSpPr>
          <a:xfrm>
            <a:off x="6697800" y="4952880"/>
            <a:ext cx="2112840" cy="1893960"/>
            <a:chOff x="6697800" y="4952880"/>
            <a:chExt cx="2112840" cy="1893960"/>
          </a:xfrm>
        </p:grpSpPr>
        <p:pic>
          <p:nvPicPr>
            <p:cNvPr id="11" name="">
              <a:extLst>
                <a:ext uri="{FF2B5EF4-FFF2-40B4-BE49-F238E27FC236}">
                  <a16:creationId xmlns:a16="http://schemas.microsoft.com/office/drawing/2014/main" id="{E3D79E4B-E78D-26B1-273A-3A0C6A264E0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/>
              <a:alphaModFix/>
            </a:blip>
            <a:srcRect/>
            <a:stretch>
              <a:fillRect/>
            </a:stretch>
          </p:blipFill>
          <p:spPr>
            <a:xfrm>
              <a:off x="6697800" y="4952880"/>
              <a:ext cx="1320840" cy="189396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" name="">
              <a:extLst>
                <a:ext uri="{FF2B5EF4-FFF2-40B4-BE49-F238E27FC236}">
                  <a16:creationId xmlns:a16="http://schemas.microsoft.com/office/drawing/2014/main" id="{FF5DCAF6-1202-43CA-E8A5-D2CF0499D9F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/>
              <a:alphaModFix/>
            </a:blip>
            <a:srcRect/>
            <a:stretch>
              <a:fillRect/>
            </a:stretch>
          </p:blipFill>
          <p:spPr>
            <a:xfrm>
              <a:off x="7581960" y="4952880"/>
              <a:ext cx="1228680" cy="176076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3" name="">
            <a:extLst>
              <a:ext uri="{FF2B5EF4-FFF2-40B4-BE49-F238E27FC236}">
                <a16:creationId xmlns:a16="http://schemas.microsoft.com/office/drawing/2014/main" id="{AEFA3BB5-BC4D-9256-3324-00844509461C}"/>
              </a:ext>
            </a:extLst>
          </p:cNvPr>
          <p:cNvPicPr>
            <a:picLocks noChangeAspect="1"/>
          </p:cNvPicPr>
          <p:nvPr/>
        </p:nvPicPr>
        <p:blipFill>
          <a:blip r:embed="rId9">
            <a:lum/>
            <a:alphaModFix/>
          </a:blip>
          <a:srcRect/>
          <a:stretch>
            <a:fillRect/>
          </a:stretch>
        </p:blipFill>
        <p:spPr>
          <a:xfrm>
            <a:off x="-380880" y="0"/>
            <a:ext cx="244440" cy="2444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page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7EA30F7-853C-2A2E-372C-2E792A89930E}"/>
              </a:ext>
            </a:extLst>
          </p:cNvPr>
          <p:cNvGrpSpPr/>
          <p:nvPr/>
        </p:nvGrpSpPr>
        <p:grpSpPr>
          <a:xfrm>
            <a:off x="6705720" y="228600"/>
            <a:ext cx="2233202" cy="1985639"/>
            <a:chOff x="6705720" y="228600"/>
            <a:chExt cx="2233202" cy="1985639"/>
          </a:xfrm>
        </p:grpSpPr>
        <p:pic>
          <p:nvPicPr>
            <p:cNvPr id="3" name="">
              <a:extLst>
                <a:ext uri="{FF2B5EF4-FFF2-40B4-BE49-F238E27FC236}">
                  <a16:creationId xmlns:a16="http://schemas.microsoft.com/office/drawing/2014/main" id="{18CDDC4D-4DA1-9171-9A6D-CC8AFF11726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lum/>
              <a:alphaModFix/>
            </a:blip>
            <a:srcRect/>
            <a:stretch>
              <a:fillRect/>
            </a:stretch>
          </p:blipFill>
          <p:spPr>
            <a:xfrm rot="240000">
              <a:off x="7628162" y="343679"/>
              <a:ext cx="1310760" cy="187056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" name="">
              <a:extLst>
                <a:ext uri="{FF2B5EF4-FFF2-40B4-BE49-F238E27FC236}">
                  <a16:creationId xmlns:a16="http://schemas.microsoft.com/office/drawing/2014/main" id="{EBE9C6E3-A214-1965-3A5C-EEB3976D75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lum/>
              <a:alphaModFix/>
            </a:blip>
            <a:srcRect/>
            <a:stretch>
              <a:fillRect/>
            </a:stretch>
          </p:blipFill>
          <p:spPr>
            <a:xfrm>
              <a:off x="6705720" y="228600"/>
              <a:ext cx="1310760" cy="187056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5E924DB-361A-7D6E-65C1-BED37775EFC0}"/>
              </a:ext>
            </a:extLst>
          </p:cNvPr>
          <p:cNvGrpSpPr/>
          <p:nvPr/>
        </p:nvGrpSpPr>
        <p:grpSpPr>
          <a:xfrm>
            <a:off x="6667560" y="2562119"/>
            <a:ext cx="2189160" cy="1932121"/>
            <a:chOff x="6667560" y="2562119"/>
            <a:chExt cx="2189160" cy="1932121"/>
          </a:xfrm>
        </p:grpSpPr>
        <p:pic>
          <p:nvPicPr>
            <p:cNvPr id="6" name="">
              <a:extLst>
                <a:ext uri="{FF2B5EF4-FFF2-40B4-BE49-F238E27FC236}">
                  <a16:creationId xmlns:a16="http://schemas.microsoft.com/office/drawing/2014/main" id="{A7106F94-7D95-652E-23B7-F091519AE72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/>
              <a:alphaModFix/>
            </a:blip>
            <a:srcRect/>
            <a:stretch>
              <a:fillRect/>
            </a:stretch>
          </p:blipFill>
          <p:spPr>
            <a:xfrm>
              <a:off x="6667560" y="2562119"/>
              <a:ext cx="1274760" cy="182736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" name="">
              <a:extLst>
                <a:ext uri="{FF2B5EF4-FFF2-40B4-BE49-F238E27FC236}">
                  <a16:creationId xmlns:a16="http://schemas.microsoft.com/office/drawing/2014/main" id="{0F486035-3EE0-306E-43CE-9E4536F05CB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/>
              <a:alphaModFix/>
            </a:blip>
            <a:srcRect/>
            <a:stretch>
              <a:fillRect/>
            </a:stretch>
          </p:blipFill>
          <p:spPr>
            <a:xfrm>
              <a:off x="7581960" y="2666880"/>
              <a:ext cx="1274760" cy="182736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38D1783-D115-28A5-4EAC-2B83BC31F4AD}"/>
              </a:ext>
            </a:extLst>
          </p:cNvPr>
          <p:cNvGrpSpPr/>
          <p:nvPr/>
        </p:nvGrpSpPr>
        <p:grpSpPr>
          <a:xfrm>
            <a:off x="6697800" y="4952880"/>
            <a:ext cx="2112840" cy="1893960"/>
            <a:chOff x="6697800" y="4952880"/>
            <a:chExt cx="2112840" cy="1893960"/>
          </a:xfrm>
        </p:grpSpPr>
        <p:pic>
          <p:nvPicPr>
            <p:cNvPr id="9" name="">
              <a:extLst>
                <a:ext uri="{FF2B5EF4-FFF2-40B4-BE49-F238E27FC236}">
                  <a16:creationId xmlns:a16="http://schemas.microsoft.com/office/drawing/2014/main" id="{D400AC33-CF86-17E0-437E-2FDB72B007A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/>
              <a:alphaModFix/>
            </a:blip>
            <a:srcRect/>
            <a:stretch>
              <a:fillRect/>
            </a:stretch>
          </p:blipFill>
          <p:spPr>
            <a:xfrm>
              <a:off x="6697800" y="4952880"/>
              <a:ext cx="1320840" cy="189396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" name="">
              <a:extLst>
                <a:ext uri="{FF2B5EF4-FFF2-40B4-BE49-F238E27FC236}">
                  <a16:creationId xmlns:a16="http://schemas.microsoft.com/office/drawing/2014/main" id="{0636313D-7516-03CF-43B6-A9CDC2AA602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/>
              <a:alphaModFix/>
            </a:blip>
            <a:srcRect/>
            <a:stretch>
              <a:fillRect/>
            </a:stretch>
          </p:blipFill>
          <p:spPr>
            <a:xfrm>
              <a:off x="7581960" y="4952880"/>
              <a:ext cx="1228680" cy="1760760"/>
            </a:xfrm>
            <a:prstGeom prst="rect">
              <a:avLst/>
            </a:prstGeom>
            <a:noFill/>
            <a:ln>
              <a:noFill/>
            </a:ln>
          </p:spPr>
        </p:pic>
      </p:grp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A1B0E897-FBFA-58CF-0164-9480F28E2C20}"/>
              </a:ext>
            </a:extLst>
          </p:cNvPr>
          <p:cNvGraphicFramePr>
            <a:graphicFrameLocks noGrp="1"/>
          </p:cNvGraphicFramePr>
          <p:nvPr/>
        </p:nvGraphicFramePr>
        <p:xfrm>
          <a:off x="1143000" y="4343400"/>
          <a:ext cx="3963240" cy="2393640"/>
        </p:xfrm>
        <a:graphic>
          <a:graphicData uri="http://schemas.openxmlformats.org/drawingml/2006/table">
            <a:tbl>
              <a:tblPr/>
              <a:tblGrid>
                <a:gridCol w="1219680">
                  <a:extLst>
                    <a:ext uri="{9D8B030D-6E8A-4147-A177-3AD203B41FA5}">
                      <a16:colId xmlns:a16="http://schemas.microsoft.com/office/drawing/2014/main" val="1822885342"/>
                    </a:ext>
                  </a:extLst>
                </a:gridCol>
                <a:gridCol w="1219320">
                  <a:extLst>
                    <a:ext uri="{9D8B030D-6E8A-4147-A177-3AD203B41FA5}">
                      <a16:colId xmlns:a16="http://schemas.microsoft.com/office/drawing/2014/main" val="2703043308"/>
                    </a:ext>
                  </a:extLst>
                </a:gridCol>
                <a:gridCol w="1219680">
                  <a:extLst>
                    <a:ext uri="{9D8B030D-6E8A-4147-A177-3AD203B41FA5}">
                      <a16:colId xmlns:a16="http://schemas.microsoft.com/office/drawing/2014/main" val="2264018921"/>
                    </a:ext>
                  </a:extLst>
                </a:gridCol>
                <a:gridCol w="304920">
                  <a:extLst>
                    <a:ext uri="{9D8B030D-6E8A-4147-A177-3AD203B41FA5}">
                      <a16:colId xmlns:a16="http://schemas.microsoft.com/office/drawing/2014/main" val="1426284731"/>
                    </a:ext>
                  </a:extLst>
                </a:gridCol>
              </a:tblGrid>
              <a:tr h="1028879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799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800"/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רפי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799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800"/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שלמה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799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800"/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תומר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endParaRPr lang="en-US" sz="1800" b="0" i="0" u="none" strike="noStrike" cap="none" baseline="0">
                        <a:ln>
                          <a:noFill/>
                        </a:ln>
                        <a:solidFill>
                          <a:srgbClr val="000000"/>
                        </a:solidFill>
                        <a:latin typeface="Arial" pitchFamily="34"/>
                        <a:cs typeface="Arial" pitchFamily="34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0980390"/>
                  </a:ext>
                </a:extLst>
              </a:tr>
              <a:tr h="45504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אביבה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אביבה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בתיה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0161753"/>
                  </a:ext>
                </a:extLst>
              </a:tr>
              <a:tr h="45504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גליה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בתיה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גליה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8979136"/>
                  </a:ext>
                </a:extLst>
              </a:tr>
              <a:tr h="45504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בתיה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גליה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אביבה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9262449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AF73F0C4-05AE-BBEF-EB29-C0DBEA0D77D0}"/>
              </a:ext>
            </a:extLst>
          </p:cNvPr>
          <p:cNvGraphicFramePr>
            <a:graphicFrameLocks noGrp="1"/>
          </p:cNvGraphicFramePr>
          <p:nvPr/>
        </p:nvGraphicFramePr>
        <p:xfrm>
          <a:off x="1143000" y="612720"/>
          <a:ext cx="4039559" cy="2458440"/>
        </p:xfrm>
        <a:graphic>
          <a:graphicData uri="http://schemas.openxmlformats.org/drawingml/2006/table">
            <a:tbl>
              <a:tblPr/>
              <a:tblGrid>
                <a:gridCol w="1197359">
                  <a:extLst>
                    <a:ext uri="{9D8B030D-6E8A-4147-A177-3AD203B41FA5}">
                      <a16:colId xmlns:a16="http://schemas.microsoft.com/office/drawing/2014/main" val="1563738193"/>
                    </a:ext>
                  </a:extLst>
                </a:gridCol>
                <a:gridCol w="1197359">
                  <a:extLst>
                    <a:ext uri="{9D8B030D-6E8A-4147-A177-3AD203B41FA5}">
                      <a16:colId xmlns:a16="http://schemas.microsoft.com/office/drawing/2014/main" val="4167466920"/>
                    </a:ext>
                  </a:extLst>
                </a:gridCol>
                <a:gridCol w="1264319">
                  <a:extLst>
                    <a:ext uri="{9D8B030D-6E8A-4147-A177-3AD203B41FA5}">
                      <a16:colId xmlns:a16="http://schemas.microsoft.com/office/drawing/2014/main" val="568593571"/>
                    </a:ext>
                  </a:extLst>
                </a:gridCol>
                <a:gridCol w="380880">
                  <a:extLst>
                    <a:ext uri="{9D8B030D-6E8A-4147-A177-3AD203B41FA5}">
                      <a16:colId xmlns:a16="http://schemas.microsoft.com/office/drawing/2014/main" val="2627349735"/>
                    </a:ext>
                  </a:extLst>
                </a:gridCol>
              </a:tblGrid>
              <a:tr h="912239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600"/>
                      </a:pPr>
                      <a:r>
                        <a:rPr lang="he-IL" sz="2600" b="1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גליה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600"/>
                      </a:pPr>
                      <a:r>
                        <a:rPr lang="he-IL" sz="2600" b="1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בתיה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600"/>
                      </a:pPr>
                      <a:r>
                        <a:rPr lang="he-IL" sz="2600" b="1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אביבה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endParaRPr lang="en-US" sz="1800" b="0" i="0" u="none" strike="noStrike" cap="none" baseline="0">
                        <a:ln>
                          <a:noFill/>
                        </a:ln>
                        <a:solidFill>
                          <a:srgbClr val="000000"/>
                        </a:solidFill>
                        <a:latin typeface="Arial" pitchFamily="34"/>
                        <a:cs typeface="Arial" pitchFamily="34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1773972"/>
                  </a:ext>
                </a:extLst>
              </a:tr>
              <a:tr h="51552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שלמה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שלמה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רפי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9150580"/>
                  </a:ext>
                </a:extLst>
              </a:tr>
              <a:tr h="455040">
                <a:tc rowSpan="2"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תומר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רפי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שלמה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43967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rtl="1"/>
                      <a:endParaRPr lang="he-I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rtl="1"/>
                      <a:endParaRPr lang="he-I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rtl="1"/>
                      <a:endParaRPr lang="he-IL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1121739"/>
                  </a:ext>
                </a:extLst>
              </a:tr>
              <a:tr h="51552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רפי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תומר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תומר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rtl="1"/>
                      <a:endParaRPr lang="he-I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84971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28601C-B671-1131-B253-882B23E5561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56839" y="228240"/>
            <a:ext cx="8000999" cy="685799"/>
          </a:xfrm>
        </p:spPr>
        <p:txBody>
          <a:bodyPr wrap="square">
            <a:noAutofit/>
          </a:bodyPr>
          <a:lstStyle/>
          <a:p>
            <a:pPr lvl="0" algn="ctr" rtl="0"/>
            <a:r>
              <a:rPr lang="he-IL" sz="4000"/>
              <a:t>משפט: האלגוריתם מסתיים בשידוך יציב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F8E17A-ABCB-866A-8BFC-FAA06E4FC329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91440" y="1280159"/>
            <a:ext cx="8961120" cy="5394960"/>
          </a:xfrm>
        </p:spPr>
        <p:txBody>
          <a:bodyPr wrap="square"/>
          <a:lstStyle/>
          <a:p>
            <a:pPr lvl="0" indent="-341280" algn="l" rtl="0"/>
            <a:r>
              <a:rPr lang="he-IL" sz="2600" b="1" i="1"/>
              <a:t>מסתיים</a:t>
            </a:r>
            <a:r>
              <a:rPr lang="he-IL" sz="2600"/>
              <a:t>: כי כל סטודנט מציע לכל מחלקה פעם אחת לכל היותר.</a:t>
            </a:r>
          </a:p>
          <a:p>
            <a:pPr lvl="0" indent="-341280" algn="l" rtl="0"/>
            <a:r>
              <a:rPr lang="he-IL" sz="2600" b="1" i="1"/>
              <a:t>בשידוך</a:t>
            </a:r>
            <a:r>
              <a:rPr lang="he-IL" sz="2600"/>
              <a:t>: נניח שיש מחלקה לא-משודכת. אז אף סטודנט לא הגיע אליה. כיוון שמספר הסטודנטים והמחלקות שווה, יש גם סטודנט לא משודך. הוא עובר על כל הרשימה שלו מלמעלה למטה, לכן בהכרח הוא יגיע מתישהו למחלקה הלא-משודכת וישתדך איתה. כלומר האלגוריתם עוד לא הסתיים.</a:t>
            </a:r>
          </a:p>
          <a:p>
            <a:pPr lvl="0" indent="-341280" algn="l" rtl="0"/>
            <a:r>
              <a:rPr lang="he-IL" sz="2600" b="1" i="1"/>
              <a:t>יציב</a:t>
            </a:r>
            <a:r>
              <a:rPr lang="he-IL" sz="2600"/>
              <a:t>: מצבה של כל </a:t>
            </a:r>
            <a:r>
              <a:rPr lang="he-IL" sz="2600" i="1"/>
              <a:t>מחלקה </a:t>
            </a:r>
            <a:r>
              <a:rPr lang="he-IL" sz="2600"/>
              <a:t>הולך ומשתפר.</a:t>
            </a:r>
            <a:br>
              <a:rPr lang="he-IL" sz="2600"/>
            </a:br>
            <a:r>
              <a:rPr lang="he-IL" sz="2600"/>
              <a:t>     לעומת זאת, כל </a:t>
            </a:r>
            <a:r>
              <a:rPr lang="he-IL" sz="2600" i="1"/>
              <a:t>סטודנט </a:t>
            </a:r>
            <a:r>
              <a:rPr lang="he-IL" sz="2600"/>
              <a:t>הולך ומתפשר. </a:t>
            </a:r>
            <a:br>
              <a:rPr lang="he-IL" sz="2600"/>
            </a:br>
            <a:r>
              <a:rPr lang="he-IL" sz="2600"/>
              <a:t>מכאן, אם זוג מסויים (ס,מ) לא נוצר אז יש שתי אפשרויות:</a:t>
            </a:r>
          </a:p>
          <a:p>
            <a:pPr lvl="0" indent="-341280" algn="l" rtl="0"/>
            <a:r>
              <a:rPr lang="he-IL" sz="2600"/>
              <a:t>     א. ס עוד לא היה ב-מ: מכאן ש-ס נמצא במחלקה טובה יותר.</a:t>
            </a:r>
          </a:p>
          <a:p>
            <a:pPr lvl="0" indent="-341280" algn="l" rtl="0"/>
            <a:r>
              <a:rPr lang="he-IL" sz="2600"/>
              <a:t>     ב. ס כבר היה ב-מ: מכאן של-מ יש סטודנט טוב יותר.      ***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84CA2-64CA-D0E5-FD78-35FF74ACDBA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56839" y="228600"/>
            <a:ext cx="8595720" cy="914400"/>
          </a:xfrm>
        </p:spPr>
        <p:txBody>
          <a:bodyPr wrap="square">
            <a:noAutofit/>
          </a:bodyPr>
          <a:lstStyle/>
          <a:p>
            <a:pPr lvl="0"/>
            <a:r>
              <a:rPr lang="he-IL"/>
              <a:t>מי מציע ומי מקבל?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F53FAB-F5B4-A5C1-EF66-2B6B872D297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57200" y="1600200"/>
            <a:ext cx="8229600" cy="4525920"/>
          </a:xfrm>
        </p:spPr>
        <p:txBody>
          <a:bodyPr wrap="square"/>
          <a:lstStyle/>
          <a:p>
            <a:pPr lvl="0" algn="l" rtl="0"/>
            <a:r>
              <a:rPr lang="he-IL" sz="2800"/>
              <a:t>באלגוריתם שהצגנו למעלה, הסטודנטים מציעים למחלקות, והמחלקות מחליטות את מי לקבל.</a:t>
            </a:r>
          </a:p>
          <a:p>
            <a:pPr lvl="0" algn="l" rtl="0"/>
            <a:r>
              <a:rPr lang="he-IL" sz="2800"/>
              <a:t>יכולנו גם לנהל את האלגוריתם בסדר הפוך: המחלקות מציעות לסטודנטים, והסטודנטים מחליטים את מי לקבל.</a:t>
            </a:r>
          </a:p>
          <a:p>
            <a:pPr lvl="0" algn="l" rtl="0"/>
            <a:r>
              <a:rPr lang="he-IL" sz="2800"/>
              <a:t>האם לדעתכם יש הבדל בין שתי הגישות? כסטודנטים, איזה אלגוריתם תעדיפו? כמנהלי מחלקות, איזה אלגוריתם תעדיפו?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583D1-033D-D076-E6E7-3193402A02A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56839" y="228600"/>
            <a:ext cx="8595720" cy="914400"/>
          </a:xfrm>
        </p:spPr>
        <p:txBody>
          <a:bodyPr wrap="square">
            <a:noAutofit/>
          </a:bodyPr>
          <a:lstStyle/>
          <a:p>
            <a:pPr lvl="0"/>
            <a:r>
              <a:rPr lang="he-IL"/>
              <a:t>מי מציע ומי מקבל?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381E86-3E77-A206-C34F-B6CA61EC23F5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212080" y="1600200"/>
            <a:ext cx="3840479" cy="5074920"/>
          </a:xfrm>
        </p:spPr>
        <p:txBody>
          <a:bodyPr wrap="square"/>
          <a:lstStyle/>
          <a:p>
            <a:pPr lvl="0" algn="l" rtl="0"/>
            <a:r>
              <a:rPr lang="he-IL" sz="2800"/>
              <a:t>דוגמה:</a:t>
            </a:r>
          </a:p>
          <a:p>
            <a:pPr lvl="0" algn="l" rtl="0">
              <a:buSzPct val="45000"/>
              <a:buFont typeface="StarSymbol"/>
              <a:buChar char="●"/>
            </a:pPr>
            <a:r>
              <a:rPr lang="he-IL" sz="2800"/>
              <a:t>אם הסטודנטים מציעים – השידוך הוא: </a:t>
            </a:r>
            <a:br>
              <a:rPr lang="he-IL" sz="2800"/>
            </a:br>
            <a:r>
              <a:rPr lang="he-IL" sz="2800"/>
              <a:t>ר-ב, ש-א, ת-ג</a:t>
            </a:r>
          </a:p>
          <a:p>
            <a:pPr lvl="0" algn="l" rtl="0">
              <a:buSzPct val="45000"/>
              <a:buFont typeface="StarSymbol"/>
              <a:buChar char="●"/>
            </a:pPr>
            <a:r>
              <a:rPr lang="he-IL" sz="2800"/>
              <a:t>אם המחלקות מציעות, השידוך הוא:</a:t>
            </a:r>
            <a:br>
              <a:rPr lang="he-IL" sz="2800"/>
            </a:br>
            <a:r>
              <a:rPr lang="he-IL" sz="2800"/>
              <a:t>ר-א, ש-ב, ת-ג</a:t>
            </a:r>
            <a:br>
              <a:rPr lang="he-IL" sz="2800"/>
            </a:br>
            <a:endParaRPr lang="he-IL" sz="2800"/>
          </a:p>
          <a:p>
            <a:pPr lvl="0" algn="l" rtl="0">
              <a:buSzPct val="45000"/>
              <a:buFont typeface="StarSymbol"/>
              <a:buChar char="●"/>
            </a:pPr>
            <a:r>
              <a:rPr lang="he-IL" sz="2800"/>
              <a:t>מה עדיף לסטודנטים? מה עדיף למחלקות?</a:t>
            </a:r>
          </a:p>
          <a:p>
            <a:pPr lvl="0" algn="l" rtl="0">
              <a:buSzPct val="45000"/>
              <a:buFont typeface="StarSymbol"/>
              <a:buChar char="●"/>
            </a:pPr>
            <a:endParaRPr lang="he-IL" sz="2800"/>
          </a:p>
          <a:p>
            <a:pPr lvl="0" algn="l" rtl="0"/>
            <a:endParaRPr lang="he-IL" sz="280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F690632-C20E-FCE5-C872-1B30EE39165D}"/>
              </a:ext>
            </a:extLst>
          </p:cNvPr>
          <p:cNvGraphicFramePr>
            <a:graphicFrameLocks noGrp="1"/>
          </p:cNvGraphicFramePr>
          <p:nvPr/>
        </p:nvGraphicFramePr>
        <p:xfrm>
          <a:off x="1128600" y="4052520"/>
          <a:ext cx="3963240" cy="2393640"/>
        </p:xfrm>
        <a:graphic>
          <a:graphicData uri="http://schemas.openxmlformats.org/drawingml/2006/table">
            <a:tbl>
              <a:tblPr/>
              <a:tblGrid>
                <a:gridCol w="1219680">
                  <a:extLst>
                    <a:ext uri="{9D8B030D-6E8A-4147-A177-3AD203B41FA5}">
                      <a16:colId xmlns:a16="http://schemas.microsoft.com/office/drawing/2014/main" val="493080934"/>
                    </a:ext>
                  </a:extLst>
                </a:gridCol>
                <a:gridCol w="1219320">
                  <a:extLst>
                    <a:ext uri="{9D8B030D-6E8A-4147-A177-3AD203B41FA5}">
                      <a16:colId xmlns:a16="http://schemas.microsoft.com/office/drawing/2014/main" val="1376675893"/>
                    </a:ext>
                  </a:extLst>
                </a:gridCol>
                <a:gridCol w="1219680">
                  <a:extLst>
                    <a:ext uri="{9D8B030D-6E8A-4147-A177-3AD203B41FA5}">
                      <a16:colId xmlns:a16="http://schemas.microsoft.com/office/drawing/2014/main" val="1305639788"/>
                    </a:ext>
                  </a:extLst>
                </a:gridCol>
                <a:gridCol w="304920">
                  <a:extLst>
                    <a:ext uri="{9D8B030D-6E8A-4147-A177-3AD203B41FA5}">
                      <a16:colId xmlns:a16="http://schemas.microsoft.com/office/drawing/2014/main" val="384407820"/>
                    </a:ext>
                  </a:extLst>
                </a:gridCol>
              </a:tblGrid>
              <a:tr h="1028879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799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800"/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רפי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799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800"/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שלמה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799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800"/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תומר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endParaRPr lang="en-US" sz="1800" b="0" i="0" u="none" strike="noStrike" cap="none" baseline="0">
                        <a:ln>
                          <a:noFill/>
                        </a:ln>
                        <a:solidFill>
                          <a:srgbClr val="000000"/>
                        </a:solidFill>
                        <a:latin typeface="Arial" pitchFamily="34"/>
                        <a:cs typeface="Arial" pitchFamily="34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9686196"/>
                  </a:ext>
                </a:extLst>
              </a:tr>
              <a:tr h="45504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b="1"/>
                      </a:pPr>
                      <a:r>
                        <a:rPr lang="he-IL" sz="2400" b="1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בתיה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b="1"/>
                      </a:pPr>
                      <a:r>
                        <a:rPr lang="he-IL" sz="2400" b="1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אביבה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b="1"/>
                      </a:pPr>
                      <a:r>
                        <a:rPr lang="he-IL" sz="2400" b="1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בתיה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5811498"/>
                  </a:ext>
                </a:extLst>
              </a:tr>
              <a:tr h="45504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b="1"/>
                      </a:pPr>
                      <a:r>
                        <a:rPr lang="he-IL" sz="1800" b="1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אביבה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b="1"/>
                      </a:pPr>
                      <a:r>
                        <a:rPr lang="he-IL" sz="1800" b="1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בתיה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b="1"/>
                      </a:pPr>
                      <a:r>
                        <a:rPr lang="he-IL" sz="1800" b="1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אביבה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8881068"/>
                  </a:ext>
                </a:extLst>
              </a:tr>
              <a:tr h="45504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b="1"/>
                      </a:pPr>
                      <a:r>
                        <a:rPr lang="he-IL" sz="2400" b="1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גילה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b="1"/>
                      </a:pPr>
                      <a:r>
                        <a:rPr lang="he-IL" sz="2400" b="1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גילה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b="1"/>
                      </a:pPr>
                      <a:r>
                        <a:rPr lang="he-IL" sz="2400" b="1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גילה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5675513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43B43DD-26D6-4822-1A2E-039C2B2F79FE}"/>
              </a:ext>
            </a:extLst>
          </p:cNvPr>
          <p:cNvGraphicFramePr>
            <a:graphicFrameLocks noGrp="1"/>
          </p:cNvGraphicFramePr>
          <p:nvPr/>
        </p:nvGraphicFramePr>
        <p:xfrm>
          <a:off x="1077840" y="1493280"/>
          <a:ext cx="4039559" cy="2458440"/>
        </p:xfrm>
        <a:graphic>
          <a:graphicData uri="http://schemas.openxmlformats.org/drawingml/2006/table">
            <a:tbl>
              <a:tblPr/>
              <a:tblGrid>
                <a:gridCol w="1197359">
                  <a:extLst>
                    <a:ext uri="{9D8B030D-6E8A-4147-A177-3AD203B41FA5}">
                      <a16:colId xmlns:a16="http://schemas.microsoft.com/office/drawing/2014/main" val="1006642086"/>
                    </a:ext>
                  </a:extLst>
                </a:gridCol>
                <a:gridCol w="1197359">
                  <a:extLst>
                    <a:ext uri="{9D8B030D-6E8A-4147-A177-3AD203B41FA5}">
                      <a16:colId xmlns:a16="http://schemas.microsoft.com/office/drawing/2014/main" val="11219746"/>
                    </a:ext>
                  </a:extLst>
                </a:gridCol>
                <a:gridCol w="1264319">
                  <a:extLst>
                    <a:ext uri="{9D8B030D-6E8A-4147-A177-3AD203B41FA5}">
                      <a16:colId xmlns:a16="http://schemas.microsoft.com/office/drawing/2014/main" val="1290736743"/>
                    </a:ext>
                  </a:extLst>
                </a:gridCol>
                <a:gridCol w="380880">
                  <a:extLst>
                    <a:ext uri="{9D8B030D-6E8A-4147-A177-3AD203B41FA5}">
                      <a16:colId xmlns:a16="http://schemas.microsoft.com/office/drawing/2014/main" val="2197452840"/>
                    </a:ext>
                  </a:extLst>
                </a:gridCol>
              </a:tblGrid>
              <a:tr h="912239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600" b="1"/>
                      </a:pPr>
                      <a:r>
                        <a:rPr lang="he-IL" sz="2600" b="1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גילה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600"/>
                      </a:pPr>
                      <a:r>
                        <a:rPr lang="he-IL" sz="2600" b="1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בתיה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600"/>
                      </a:pPr>
                      <a:r>
                        <a:rPr lang="he-IL" sz="2600" b="1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אביבה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endParaRPr lang="en-US" sz="1800" b="0" i="0" u="none" strike="noStrike" cap="none" baseline="0">
                        <a:ln>
                          <a:noFill/>
                        </a:ln>
                        <a:solidFill>
                          <a:srgbClr val="000000"/>
                        </a:solidFill>
                        <a:latin typeface="Arial" pitchFamily="34"/>
                        <a:cs typeface="Arial" pitchFamily="34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8477046"/>
                  </a:ext>
                </a:extLst>
              </a:tr>
              <a:tr h="51552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800"/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שלמה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800"/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שלמה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800"/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רפי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7795676"/>
                  </a:ext>
                </a:extLst>
              </a:tr>
              <a:tr h="455040">
                <a:tc rowSpan="2"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800"/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רפי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800"/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רפי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800"/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שלמה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0829768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rtl="1"/>
                      <a:endParaRPr lang="he-I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rtl="1"/>
                      <a:endParaRPr lang="he-I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rtl="1"/>
                      <a:endParaRPr lang="he-IL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9687006"/>
                  </a:ext>
                </a:extLst>
              </a:tr>
              <a:tr h="51552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800"/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תומר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800"/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תומר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800"/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תומר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rtl="1"/>
                      <a:endParaRPr lang="he-I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453255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E1587DF9-0131-FF5B-A8F2-553C45C651BC}"/>
              </a:ext>
            </a:extLst>
          </p:cNvPr>
          <p:cNvSpPr txBox="1"/>
          <p:nvPr/>
        </p:nvSpPr>
        <p:spPr>
          <a:xfrm>
            <a:off x="3108959" y="6492240"/>
            <a:ext cx="3567240" cy="3650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1"/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rPr>
              <a:t>http://sephlietz.com/gale-shapley/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08BF9CD-5EB7-7652-D586-A95DD013E77A}"/>
              </a:ext>
            </a:extLst>
          </p:cNvPr>
          <p:cNvSpPr txBox="1"/>
          <p:nvPr/>
        </p:nvSpPr>
        <p:spPr>
          <a:xfrm>
            <a:off x="5682600" y="-60120"/>
            <a:ext cx="3447360" cy="664379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1">
            <a:sp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he-IL" sz="2800" b="1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rPr>
              <a:t>משפט</a:t>
            </a:r>
            <a:r>
              <a:rPr lang="en-US" sz="2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rPr>
              <a:t>:</a:t>
            </a:r>
          </a:p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he-IL" sz="2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rPr>
              <a:t>כשסטודנטים מציעים</a:t>
            </a:r>
          </a:p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rPr>
              <a:t>–</a:t>
            </a:r>
          </a:p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he-IL" sz="2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rPr>
              <a:t>השידוך המתקבל הוא </a:t>
            </a:r>
            <a:r>
              <a:rPr lang="he-IL" sz="2800" b="0" i="1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rPr>
              <a:t>הטוב ביותר לכל הסטודנטים</a:t>
            </a:r>
            <a:r>
              <a:rPr lang="en-US" sz="2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rPr>
              <a:t> מכל השידוכים היציבים.</a:t>
            </a:r>
          </a:p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he-IL" sz="2800" b="0" i="1" u="none" strike="noStrike" cap="none" baseline="0">
                <a:ln>
                  <a:noFill/>
                </a:ln>
                <a:solidFill>
                  <a:srgbClr val="0000FF"/>
                </a:solidFill>
                <a:latin typeface="Arial" pitchFamily="34"/>
                <a:ea typeface="Arial" pitchFamily="34"/>
                <a:cs typeface="Arial" pitchFamily="34"/>
              </a:rPr>
              <a:t>הוכחה</a:t>
            </a:r>
            <a:r>
              <a:rPr lang="en-US" sz="2800" b="0" i="0" u="none" strike="noStrike" cap="none" baseline="0">
                <a:ln>
                  <a:noFill/>
                </a:ln>
                <a:solidFill>
                  <a:srgbClr val="0000FF"/>
                </a:solidFill>
                <a:latin typeface="Arial" pitchFamily="34"/>
                <a:ea typeface="Arial" pitchFamily="34"/>
                <a:cs typeface="Arial" pitchFamily="34"/>
              </a:rPr>
              <a:t>: נסמן: </a:t>
            </a:r>
            <a:br>
              <a:rPr lang="en-US" sz="2800" b="0" i="0" u="none" strike="noStrike" cap="none" baseline="0">
                <a:ln>
                  <a:noFill/>
                </a:ln>
                <a:solidFill>
                  <a:srgbClr val="0000FF"/>
                </a:solidFill>
                <a:latin typeface="Arial" pitchFamily="34"/>
                <a:ea typeface="Arial" pitchFamily="34"/>
                <a:cs typeface="Arial" pitchFamily="34"/>
              </a:rPr>
            </a:br>
            <a:r>
              <a:rPr lang="he-IL" sz="2800" b="0" i="0" u="none" strike="noStrike" cap="none" baseline="0">
                <a:ln>
                  <a:noFill/>
                </a:ln>
                <a:solidFill>
                  <a:srgbClr val="FF0000"/>
                </a:solidFill>
                <a:latin typeface="Arial" pitchFamily="34"/>
                <a:ea typeface="Arial" pitchFamily="34"/>
                <a:cs typeface="Arial" pitchFamily="34"/>
              </a:rPr>
              <a:t>א = שידוך האלגוריתם</a:t>
            </a:r>
            <a:r>
              <a:rPr lang="en-US" sz="2800" b="0" i="0" u="none" strike="noStrike" cap="none" baseline="0">
                <a:ln>
                  <a:noFill/>
                </a:ln>
                <a:solidFill>
                  <a:srgbClr val="0000FF"/>
                </a:solidFill>
                <a:latin typeface="Arial" pitchFamily="34"/>
                <a:ea typeface="Arial" pitchFamily="34"/>
                <a:cs typeface="Arial" pitchFamily="34"/>
              </a:rPr>
              <a:t>, </a:t>
            </a:r>
            <a:br>
              <a:rPr lang="en-US" sz="2800" b="0" i="0" u="none" strike="noStrike" cap="none" baseline="0">
                <a:ln>
                  <a:noFill/>
                </a:ln>
                <a:solidFill>
                  <a:srgbClr val="0000FF"/>
                </a:solidFill>
                <a:latin typeface="Arial" pitchFamily="34"/>
                <a:ea typeface="Arial" pitchFamily="34"/>
                <a:cs typeface="Arial" pitchFamily="34"/>
              </a:rPr>
            </a:br>
            <a:r>
              <a:rPr lang="he-IL" sz="2800" b="0" i="0" u="none" strike="noStrike" cap="none" baseline="0">
                <a:ln>
                  <a:noFill/>
                </a:ln>
                <a:solidFill>
                  <a:srgbClr val="009900"/>
                </a:solidFill>
                <a:latin typeface="Arial" pitchFamily="34"/>
                <a:ea typeface="Arial" pitchFamily="34"/>
                <a:cs typeface="Arial" pitchFamily="34"/>
              </a:rPr>
              <a:t>ב = שידוך יציב אחר כלשהו</a:t>
            </a:r>
            <a:r>
              <a:rPr lang="en-US" sz="2800" b="0" i="0" u="none" strike="noStrike" cap="none" baseline="0">
                <a:ln>
                  <a:noFill/>
                </a:ln>
                <a:solidFill>
                  <a:srgbClr val="0000FF"/>
                </a:solidFill>
                <a:latin typeface="Arial" pitchFamily="34"/>
                <a:ea typeface="Arial" pitchFamily="34"/>
                <a:cs typeface="Arial" pitchFamily="34"/>
              </a:rPr>
              <a:t>. נניח בשלילה ששידוך ב טוב יותר לסטודנט כלשהו 0.</a:t>
            </a:r>
            <a:r>
              <a:rPr lang="en-US" sz="2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rPr>
              <a:t> </a:t>
            </a:r>
            <a:br>
              <a:rPr lang="en-US" sz="2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rPr>
            </a:br>
            <a:r>
              <a:rPr lang="he-IL" sz="2800" b="0" i="1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rPr>
              <a:t>נגיע למעגל -&gt;</a:t>
            </a:r>
          </a:p>
        </p:txBody>
      </p:sp>
      <p:pic>
        <p:nvPicPr>
          <p:cNvPr id="3" name="">
            <a:extLst>
              <a:ext uri="{FF2B5EF4-FFF2-40B4-BE49-F238E27FC236}">
                <a16:creationId xmlns:a16="http://schemas.microsoft.com/office/drawing/2014/main" id="{08A06C14-4005-29DD-135A-60466F5A1B98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-365760" y="0"/>
            <a:ext cx="6048360" cy="68576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D2CCC46-46EF-4BAC-3AF3-207445AE2143}"/>
              </a:ext>
            </a:extLst>
          </p:cNvPr>
          <p:cNvSpPr txBox="1"/>
          <p:nvPr/>
        </p:nvSpPr>
        <p:spPr>
          <a:xfrm>
            <a:off x="5760720" y="457200"/>
            <a:ext cx="3383280" cy="65149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1">
            <a:sp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he-IL" sz="2800" b="0" i="1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rPr>
              <a:t>הוכחה (המשך)</a:t>
            </a:r>
            <a:r>
              <a:rPr lang="en-US" sz="2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rPr>
              <a:t>:</a:t>
            </a:r>
          </a:p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34"/>
              <a:ea typeface="Arial" pitchFamily="34"/>
              <a:cs typeface="Arial" pitchFamily="34"/>
            </a:endParaRPr>
          </a:p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he-IL" sz="2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rPr>
              <a:t>כל סטודנט מעדיף את המחלקה המחוברת אליו </a:t>
            </a:r>
            <a:r>
              <a:rPr lang="he-IL" sz="2800" b="0" i="0" u="none" strike="noStrike" cap="none" baseline="0">
                <a:ln>
                  <a:noFill/>
                </a:ln>
                <a:solidFill>
                  <a:srgbClr val="009900"/>
                </a:solidFill>
                <a:latin typeface="Arial" pitchFamily="34"/>
                <a:ea typeface="Arial" pitchFamily="34"/>
                <a:cs typeface="Arial" pitchFamily="34"/>
              </a:rPr>
              <a:t>בירוק (שידוך ב)</a:t>
            </a:r>
            <a:r>
              <a:rPr lang="en-US" sz="2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rPr>
              <a:t>;</a:t>
            </a:r>
          </a:p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he-IL" sz="2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rPr>
              <a:t>כל מחלקה מעדיפה את הסטודנט שביקר אצלה </a:t>
            </a:r>
            <a:r>
              <a:rPr lang="he-IL" sz="2800" b="0" i="0" u="none" strike="noStrike" cap="none" baseline="0">
                <a:ln>
                  <a:noFill/>
                </a:ln>
                <a:solidFill>
                  <a:srgbClr val="CE181E"/>
                </a:solidFill>
                <a:latin typeface="Arial" pitchFamily="34"/>
                <a:ea typeface="Arial" pitchFamily="34"/>
                <a:cs typeface="Arial" pitchFamily="34"/>
              </a:rPr>
              <a:t>באדום (א)</a:t>
            </a:r>
            <a:r>
              <a:rPr lang="en-US" sz="2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rPr>
              <a:t>.</a:t>
            </a:r>
          </a:p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he-IL" sz="2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rPr>
              <a:t>סדר האירועים באלגוריתם א הוא בכיוון החיצים.</a:t>
            </a:r>
          </a:p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he-IL" sz="2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rPr>
              <a:t>אבל זה לא ייתכן כי זה מעגל. ***</a:t>
            </a:r>
          </a:p>
        </p:txBody>
      </p:sp>
      <p:pic>
        <p:nvPicPr>
          <p:cNvPr id="3" name="">
            <a:extLst>
              <a:ext uri="{FF2B5EF4-FFF2-40B4-BE49-F238E27FC236}">
                <a16:creationId xmlns:a16="http://schemas.microsoft.com/office/drawing/2014/main" id="{75EECECC-0C4B-4765-D3A5-E23478654B98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-365399" y="360"/>
            <a:ext cx="6048360" cy="68576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9D214-F95F-25AD-2B8B-4886834C9B0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56839" y="228600"/>
            <a:ext cx="8595720" cy="914400"/>
          </a:xfrm>
        </p:spPr>
        <p:txBody>
          <a:bodyPr wrap="square">
            <a:noAutofit/>
          </a:bodyPr>
          <a:lstStyle/>
          <a:p>
            <a:pPr lvl="0"/>
            <a:r>
              <a:rPr lang="he-IL"/>
              <a:t>מחלקות גדולות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788FE8-BFDF-D8E6-4107-7C06014E229A}"/>
              </a:ext>
            </a:extLst>
          </p:cNvPr>
          <p:cNvSpPr txBox="1"/>
          <p:nvPr/>
        </p:nvSpPr>
        <p:spPr>
          <a:xfrm>
            <a:off x="0" y="1371599"/>
            <a:ext cx="9144000" cy="55767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1">
            <a:sp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he-IL" sz="32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rPr>
              <a:t>מה עושים כשבכל מחלקה יש כמה מקומות?</a:t>
            </a:r>
          </a:p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he-IL" sz="32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rPr>
              <a:t>- כל מחלקה "מקבלת על תנאי" את הסטודנטים הטובים ביותר שפנו אליה, עד לכמות המקומות הפנויים אצלה, ודוחה את כל השאר.</a:t>
            </a:r>
          </a:p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he-IL" sz="3200" b="0" i="0" u="none" strike="noStrike" cap="none" baseline="0">
                <a:ln>
                  <a:noFill/>
                </a:ln>
                <a:solidFill>
                  <a:srgbClr val="009900"/>
                </a:solidFill>
                <a:latin typeface="Arial" pitchFamily="34"/>
                <a:ea typeface="Arial" pitchFamily="34"/>
                <a:cs typeface="Arial" pitchFamily="34"/>
              </a:rPr>
              <a:t>זה עובד כשאין תלות בין סטודנטים שונים.</a:t>
            </a:r>
          </a:p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he-IL" sz="3200" b="0" i="0" u="none" strike="noStrike" cap="none" baseline="0">
                <a:ln>
                  <a:noFill/>
                </a:ln>
                <a:solidFill>
                  <a:srgbClr val="FF0000"/>
                </a:solidFill>
                <a:latin typeface="Arial" pitchFamily="34"/>
                <a:ea typeface="Arial" pitchFamily="34"/>
                <a:cs typeface="Arial" pitchFamily="34"/>
              </a:rPr>
              <a:t>זה לא עובד, למשל, כאשר:</a:t>
            </a:r>
          </a:p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he-IL" sz="3200" b="0" i="0" u="none" strike="noStrike" cap="none" baseline="0">
                <a:ln>
                  <a:noFill/>
                </a:ln>
                <a:solidFill>
                  <a:srgbClr val="FF0000"/>
                </a:solidFill>
                <a:latin typeface="Arial" pitchFamily="34"/>
                <a:ea typeface="Arial" pitchFamily="34"/>
                <a:cs typeface="Arial" pitchFamily="34"/>
              </a:rPr>
              <a:t>זוגות סטודנטים נשואים רוצים להתקבל לאותה מחלקה.</a:t>
            </a:r>
          </a:p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he-IL" sz="3200" b="0" i="0" u="none" strike="noStrike" cap="none" baseline="0">
                <a:ln>
                  <a:noFill/>
                </a:ln>
                <a:solidFill>
                  <a:srgbClr val="FF0000"/>
                </a:solidFill>
                <a:latin typeface="Arial" pitchFamily="34"/>
                <a:ea typeface="Arial" pitchFamily="34"/>
                <a:cs typeface="Arial" pitchFamily="34"/>
              </a:rPr>
              <a:t>מחלקות רוצות לקבל מספר מסויים של סטודנטים מקבוצות-מיעוט מסויימות (גיוון / אפליה מתקנת).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BF487A-CDA5-2BAA-F528-34090B48A13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-91440" y="228600"/>
            <a:ext cx="9144000" cy="914400"/>
          </a:xfrm>
        </p:spPr>
        <p:txBody>
          <a:bodyPr wrap="square">
            <a:noAutofit/>
          </a:bodyPr>
          <a:lstStyle/>
          <a:p>
            <a:pPr lvl="0"/>
            <a:r>
              <a:rPr lang="he-IL" sz="4800"/>
              <a:t>האם “קבלה על תנאי” מגלה-אמת?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0EDF64-4C5C-BBBA-6B33-25E7DED4FA39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212080" y="1600200"/>
            <a:ext cx="3840479" cy="5074920"/>
          </a:xfrm>
        </p:spPr>
        <p:txBody>
          <a:bodyPr wrap="square"/>
          <a:lstStyle/>
          <a:p>
            <a:pPr lvl="0" algn="l" rtl="0"/>
            <a:r>
              <a:rPr lang="he-IL" sz="2800" b="1"/>
              <a:t>משפט</a:t>
            </a:r>
            <a:r>
              <a:rPr lang="he-IL" sz="2800"/>
              <a:t>: אלגוריתם "קבלה על תנאי" שבו הסטודנטים מציעים </a:t>
            </a:r>
            <a:r>
              <a:rPr lang="he-IL" sz="2800" i="1"/>
              <a:t>אינו מגלה-אמת עבור המחלקות.</a:t>
            </a:r>
          </a:p>
          <a:p>
            <a:pPr lvl="0" algn="l" rtl="0"/>
            <a:r>
              <a:rPr lang="he-IL" sz="2800"/>
              <a:t>ההוכחה בדוגמה:</a:t>
            </a:r>
          </a:p>
          <a:p>
            <a:pPr lvl="0" algn="l" rtl="0">
              <a:buSzPct val="45000"/>
              <a:buFont typeface="StarSymbol"/>
              <a:buChar char="●"/>
            </a:pPr>
            <a:r>
              <a:rPr lang="he-IL" sz="2800"/>
              <a:t>אם הסטודנטים מציעים – השידוך הוא: </a:t>
            </a:r>
            <a:br>
              <a:rPr lang="he-IL" sz="2800"/>
            </a:br>
            <a:r>
              <a:rPr lang="he-IL" sz="2800"/>
              <a:t>ר-ב, ש-א, ת-ג</a:t>
            </a:r>
          </a:p>
          <a:p>
            <a:pPr lvl="0" algn="l" rtl="0">
              <a:buSzPct val="45000"/>
              <a:buFont typeface="StarSymbol"/>
              <a:buChar char="●"/>
            </a:pPr>
            <a:r>
              <a:rPr lang="he-IL" sz="2800">
                <a:solidFill>
                  <a:srgbClr val="FF3333"/>
                </a:solidFill>
              </a:rPr>
              <a:t>מה יכולה בתיה לעשות כדי לזכות בשלמה?</a:t>
            </a:r>
          </a:p>
          <a:p>
            <a:pPr lvl="0" algn="l" rtl="0">
              <a:buSzPct val="45000"/>
              <a:buFont typeface="StarSymbol"/>
              <a:buChar char="●"/>
            </a:pPr>
            <a:r>
              <a:rPr lang="he-IL" sz="2800">
                <a:solidFill>
                  <a:srgbClr val="009933"/>
                </a:solidFill>
              </a:rPr>
              <a:t>תשובה: להגיד שהסדר שלה הוא: ש&gt;ת&gt;ר.</a:t>
            </a:r>
          </a:p>
          <a:p>
            <a:pPr lvl="0" algn="l" rtl="0">
              <a:buSzPct val="45000"/>
              <a:buFont typeface="StarSymbol"/>
              <a:buChar char="●"/>
            </a:pPr>
            <a:r>
              <a:rPr lang="he-IL" sz="2800">
                <a:solidFill>
                  <a:srgbClr val="0000CC"/>
                </a:solidFill>
              </a:rPr>
              <a:t>מסקנה: האלגוריתם אינו מגלה-אמת עבור המחלקות.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8FCA0FA-B240-C290-DCA7-6DEF05377503}"/>
              </a:ext>
            </a:extLst>
          </p:cNvPr>
          <p:cNvGraphicFramePr>
            <a:graphicFrameLocks noGrp="1"/>
          </p:cNvGraphicFramePr>
          <p:nvPr/>
        </p:nvGraphicFramePr>
        <p:xfrm>
          <a:off x="986760" y="4361040"/>
          <a:ext cx="3900600" cy="1883880"/>
        </p:xfrm>
        <a:graphic>
          <a:graphicData uri="http://schemas.openxmlformats.org/drawingml/2006/table">
            <a:tbl>
              <a:tblPr/>
              <a:tblGrid>
                <a:gridCol w="1157040">
                  <a:extLst>
                    <a:ext uri="{9D8B030D-6E8A-4147-A177-3AD203B41FA5}">
                      <a16:colId xmlns:a16="http://schemas.microsoft.com/office/drawing/2014/main" val="1967645799"/>
                    </a:ext>
                  </a:extLst>
                </a:gridCol>
                <a:gridCol w="1219320">
                  <a:extLst>
                    <a:ext uri="{9D8B030D-6E8A-4147-A177-3AD203B41FA5}">
                      <a16:colId xmlns:a16="http://schemas.microsoft.com/office/drawing/2014/main" val="3401931771"/>
                    </a:ext>
                  </a:extLst>
                </a:gridCol>
                <a:gridCol w="1219680">
                  <a:extLst>
                    <a:ext uri="{9D8B030D-6E8A-4147-A177-3AD203B41FA5}">
                      <a16:colId xmlns:a16="http://schemas.microsoft.com/office/drawing/2014/main" val="3551597095"/>
                    </a:ext>
                  </a:extLst>
                </a:gridCol>
                <a:gridCol w="304920">
                  <a:extLst>
                    <a:ext uri="{9D8B030D-6E8A-4147-A177-3AD203B41FA5}">
                      <a16:colId xmlns:a16="http://schemas.microsoft.com/office/drawing/2014/main" val="2666426727"/>
                    </a:ext>
                  </a:extLst>
                </a:gridCol>
              </a:tblGrid>
              <a:tr h="51912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799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800"/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רפי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799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800"/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שלמה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799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800"/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תומר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endParaRPr lang="en-US" sz="1800" b="0" i="0" u="none" strike="noStrike" cap="none" baseline="0">
                        <a:ln>
                          <a:noFill/>
                        </a:ln>
                        <a:solidFill>
                          <a:srgbClr val="000000"/>
                        </a:solidFill>
                        <a:latin typeface="Arial" pitchFamily="34"/>
                        <a:cs typeface="Arial" pitchFamily="34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1886990"/>
                  </a:ext>
                </a:extLst>
              </a:tr>
              <a:tr h="45504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b="1"/>
                      </a:pPr>
                      <a:r>
                        <a:rPr lang="he-IL" sz="2400" b="1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בתיה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b="1"/>
                      </a:pPr>
                      <a:r>
                        <a:rPr lang="he-IL" sz="2400" b="1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אביבה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b="1"/>
                      </a:pPr>
                      <a:r>
                        <a:rPr lang="he-IL" sz="2400" b="1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בתיה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9656458"/>
                  </a:ext>
                </a:extLst>
              </a:tr>
              <a:tr h="45504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400" b="1"/>
                      </a:pPr>
                      <a:r>
                        <a:rPr lang="he-IL" sz="2400" b="1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אביבה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400" b="1"/>
                      </a:pPr>
                      <a:r>
                        <a:rPr lang="he-IL" sz="2400" b="1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בתיה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400" b="1"/>
                      </a:pPr>
                      <a:r>
                        <a:rPr lang="he-IL" sz="2400" b="1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אביבה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5570029"/>
                  </a:ext>
                </a:extLst>
              </a:tr>
              <a:tr h="45504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400" b="1"/>
                      </a:pPr>
                      <a:r>
                        <a:rPr lang="he-IL" sz="2400" b="1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גילה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400" b="1"/>
                      </a:pPr>
                      <a:r>
                        <a:rPr lang="he-IL" sz="2400" b="1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גילה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400" b="1"/>
                      </a:pPr>
                      <a:r>
                        <a:rPr lang="he-IL" sz="2400" b="1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גילה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9105326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A04E8DD-AAAE-F462-0A4C-5DF355937EDC}"/>
              </a:ext>
            </a:extLst>
          </p:cNvPr>
          <p:cNvGraphicFramePr>
            <a:graphicFrameLocks noGrp="1"/>
          </p:cNvGraphicFramePr>
          <p:nvPr/>
        </p:nvGraphicFramePr>
        <p:xfrm>
          <a:off x="956520" y="1520999"/>
          <a:ext cx="4039559" cy="2033280"/>
        </p:xfrm>
        <a:graphic>
          <a:graphicData uri="http://schemas.openxmlformats.org/drawingml/2006/table">
            <a:tbl>
              <a:tblPr/>
              <a:tblGrid>
                <a:gridCol w="1197359">
                  <a:extLst>
                    <a:ext uri="{9D8B030D-6E8A-4147-A177-3AD203B41FA5}">
                      <a16:colId xmlns:a16="http://schemas.microsoft.com/office/drawing/2014/main" val="3174750414"/>
                    </a:ext>
                  </a:extLst>
                </a:gridCol>
                <a:gridCol w="1197359">
                  <a:extLst>
                    <a:ext uri="{9D8B030D-6E8A-4147-A177-3AD203B41FA5}">
                      <a16:colId xmlns:a16="http://schemas.microsoft.com/office/drawing/2014/main" val="753952104"/>
                    </a:ext>
                  </a:extLst>
                </a:gridCol>
                <a:gridCol w="1264319">
                  <a:extLst>
                    <a:ext uri="{9D8B030D-6E8A-4147-A177-3AD203B41FA5}">
                      <a16:colId xmlns:a16="http://schemas.microsoft.com/office/drawing/2014/main" val="3814347870"/>
                    </a:ext>
                  </a:extLst>
                </a:gridCol>
                <a:gridCol w="380880">
                  <a:extLst>
                    <a:ext uri="{9D8B030D-6E8A-4147-A177-3AD203B41FA5}">
                      <a16:colId xmlns:a16="http://schemas.microsoft.com/office/drawing/2014/main" val="2963910028"/>
                    </a:ext>
                  </a:extLst>
                </a:gridCol>
              </a:tblGrid>
              <a:tr h="48708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600" b="1"/>
                      </a:pPr>
                      <a:r>
                        <a:rPr lang="he-IL" sz="2600" b="1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גילה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600"/>
                      </a:pPr>
                      <a:r>
                        <a:rPr lang="he-IL" sz="2600" b="1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בתיה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600"/>
                      </a:pPr>
                      <a:r>
                        <a:rPr lang="he-IL" sz="2600" b="1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אביבה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endParaRPr lang="en-US" sz="1800" b="0" i="0" u="none" strike="noStrike" cap="none" baseline="0">
                        <a:ln>
                          <a:noFill/>
                        </a:ln>
                        <a:solidFill>
                          <a:srgbClr val="000000"/>
                        </a:solidFill>
                        <a:latin typeface="Arial" pitchFamily="34"/>
                        <a:cs typeface="Arial" pitchFamily="34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3642481"/>
                  </a:ext>
                </a:extLst>
              </a:tr>
              <a:tr h="51552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שלמה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שלמה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רפי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093027"/>
                  </a:ext>
                </a:extLst>
              </a:tr>
              <a:tr h="455040">
                <a:tc rowSpan="2"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רפי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רפי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שלמה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478246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rtl="1"/>
                      <a:endParaRPr lang="he-I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rtl="1"/>
                      <a:endParaRPr lang="he-I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rtl="1"/>
                      <a:endParaRPr lang="he-IL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5392667"/>
                  </a:ext>
                </a:extLst>
              </a:tr>
              <a:tr h="51552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תומר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תומר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he-IL" sz="28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תומר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rtl="1"/>
                      <a:endParaRPr lang="he-I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541463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2DDB8B65-FF6B-4C65-8AB6-40DE299A1989}"/>
              </a:ext>
            </a:extLst>
          </p:cNvPr>
          <p:cNvSpPr txBox="1"/>
          <p:nvPr/>
        </p:nvSpPr>
        <p:spPr>
          <a:xfrm>
            <a:off x="3108959" y="6492240"/>
            <a:ext cx="3567240" cy="3650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1"/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rPr>
              <a:t>http://sephlietz.com/gale-shapley/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473601-D808-4345-E5F2-566BF5DF15FD}"/>
              </a:ext>
            </a:extLst>
          </p:cNvPr>
          <p:cNvSpPr txBox="1"/>
          <p:nvPr/>
        </p:nvSpPr>
        <p:spPr>
          <a:xfrm>
            <a:off x="5760720" y="457200"/>
            <a:ext cx="3383280" cy="69145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1">
            <a:sp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he-IL" sz="2800" b="1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rPr>
              <a:t>משפט</a:t>
            </a:r>
            <a:r>
              <a:rPr lang="en-US" sz="2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rPr>
              <a:t>:</a:t>
            </a:r>
          </a:p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34"/>
              <a:ea typeface="Arial" pitchFamily="34"/>
              <a:cs typeface="Arial" pitchFamily="34"/>
            </a:endParaRPr>
          </a:p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rPr>
              <a:t>"קבלה על תנאי" כשהסטודנטים מציעים, מגלה-אמת עבור הסטודנטים.</a:t>
            </a:r>
          </a:p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he-IL" sz="2800" b="0" i="1" u="none" strike="noStrike" cap="none" baseline="0">
                <a:ln>
                  <a:noFill/>
                </a:ln>
                <a:solidFill>
                  <a:srgbClr val="0000FF"/>
                </a:solidFill>
                <a:latin typeface="Arial" pitchFamily="34"/>
                <a:ea typeface="Arial" pitchFamily="34"/>
                <a:cs typeface="Arial" pitchFamily="34"/>
              </a:rPr>
              <a:t>הוכחה</a:t>
            </a:r>
            <a:r>
              <a:rPr lang="en-US" sz="2800" b="0" i="0" u="none" strike="noStrike" cap="none" baseline="0">
                <a:ln>
                  <a:noFill/>
                </a:ln>
                <a:solidFill>
                  <a:srgbClr val="0000FF"/>
                </a:solidFill>
                <a:latin typeface="Arial" pitchFamily="34"/>
                <a:ea typeface="Arial" pitchFamily="34"/>
                <a:cs typeface="Arial" pitchFamily="34"/>
              </a:rPr>
              <a:t>: נסמן: </a:t>
            </a:r>
            <a:r>
              <a:rPr lang="he-IL" sz="2800" b="0" i="0" u="none" strike="noStrike" cap="none" baseline="0">
                <a:ln>
                  <a:noFill/>
                </a:ln>
                <a:solidFill>
                  <a:srgbClr val="FF0000"/>
                </a:solidFill>
                <a:latin typeface="Arial" pitchFamily="34"/>
                <a:ea typeface="Arial" pitchFamily="34"/>
                <a:cs typeface="Arial" pitchFamily="34"/>
              </a:rPr>
              <a:t>א = תוצאה כשכולם אמיתיים</a:t>
            </a:r>
            <a:r>
              <a:rPr lang="en-US" sz="2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rPr>
              <a:t>,  </a:t>
            </a:r>
            <a:r>
              <a:rPr lang="he-IL" sz="2800" b="0" i="0" u="none" strike="noStrike" cap="none" baseline="0">
                <a:ln>
                  <a:noFill/>
                </a:ln>
                <a:solidFill>
                  <a:srgbClr val="009900"/>
                </a:solidFill>
                <a:latin typeface="Arial" pitchFamily="34"/>
                <a:ea typeface="Arial" pitchFamily="34"/>
                <a:cs typeface="Arial" pitchFamily="34"/>
              </a:rPr>
              <a:t>ב = תוצאה כשכולם אמיתיים חוץ מ-</a:t>
            </a:r>
            <a:r>
              <a:rPr lang="en-US" sz="2800" b="0" i="0" u="none" strike="noStrike" cap="none" baseline="0">
                <a:ln>
                  <a:noFill/>
                </a:ln>
                <a:solidFill>
                  <a:srgbClr val="009900"/>
                </a:solidFill>
                <a:latin typeface="Arial" pitchFamily="34"/>
                <a:ea typeface="Arial" pitchFamily="34"/>
                <a:cs typeface="Arial" pitchFamily="34"/>
              </a:rPr>
              <a:t>0</a:t>
            </a:r>
            <a:r>
              <a:rPr lang="en-US" sz="2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rPr>
              <a:t>. </a:t>
            </a:r>
            <a:r>
              <a:rPr lang="he-IL" sz="2800" b="0" i="0" u="none" strike="noStrike" cap="none" baseline="0">
                <a:ln>
                  <a:noFill/>
                </a:ln>
                <a:solidFill>
                  <a:srgbClr val="0000FF"/>
                </a:solidFill>
                <a:latin typeface="Arial" pitchFamily="34"/>
                <a:ea typeface="Arial" pitchFamily="34"/>
                <a:cs typeface="Arial" pitchFamily="34"/>
              </a:rPr>
              <a:t>נניח בשלילה ש-</a:t>
            </a:r>
            <a:r>
              <a:rPr lang="en-US" sz="2800" b="0" i="0" u="none" strike="noStrike" cap="none" baseline="0">
                <a:ln>
                  <a:noFill/>
                </a:ln>
                <a:solidFill>
                  <a:srgbClr val="0000FF"/>
                </a:solidFill>
                <a:latin typeface="Arial" pitchFamily="34"/>
                <a:ea typeface="Arial" pitchFamily="34"/>
                <a:cs typeface="Arial" pitchFamily="34"/>
              </a:rPr>
              <a:t>0 מרויח מהשינוי</a:t>
            </a:r>
            <a:r>
              <a:rPr lang="en-US" sz="2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rPr>
              <a:t>. נגיע למעגל --&gt;</a:t>
            </a:r>
          </a:p>
        </p:txBody>
      </p:sp>
      <p:pic>
        <p:nvPicPr>
          <p:cNvPr id="3" name="">
            <a:extLst>
              <a:ext uri="{FF2B5EF4-FFF2-40B4-BE49-F238E27FC236}">
                <a16:creationId xmlns:a16="http://schemas.microsoft.com/office/drawing/2014/main" id="{CF4C9050-3FE2-C04C-D0A5-730224B9AD4F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-215640" y="-12240"/>
            <a:ext cx="5907600" cy="68576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>
            <a:extLst>
              <a:ext uri="{FF2B5EF4-FFF2-40B4-BE49-F238E27FC236}">
                <a16:creationId xmlns:a16="http://schemas.microsoft.com/office/drawing/2014/main" id="{2ECC17A8-486E-5F32-A9EA-32FA5B0FADF8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-215640" y="-12240"/>
            <a:ext cx="5907600" cy="685764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6CCA12D-8049-FDF6-9BEB-0CD15D844485}"/>
              </a:ext>
            </a:extLst>
          </p:cNvPr>
          <p:cNvSpPr txBox="1"/>
          <p:nvPr/>
        </p:nvSpPr>
        <p:spPr>
          <a:xfrm>
            <a:off x="5760720" y="57960"/>
            <a:ext cx="3383280" cy="68004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1">
            <a:sp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he-IL" sz="3200" b="0" i="1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rPr>
              <a:t>הוכחה (המשך)</a:t>
            </a:r>
            <a:r>
              <a:rPr lang="en-US" sz="32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rPr>
              <a:t>:</a:t>
            </a:r>
          </a:p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2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34"/>
              <a:ea typeface="Arial" pitchFamily="34"/>
              <a:cs typeface="Arial" pitchFamily="34"/>
            </a:endParaRPr>
          </a:p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2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34"/>
              <a:ea typeface="Arial" pitchFamily="34"/>
              <a:cs typeface="Arial" pitchFamily="34"/>
            </a:endParaRPr>
          </a:p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he-IL" sz="32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rPr>
              <a:t>סדר האירועים באלגוריתם א הוא בכיוון החיצים.</a:t>
            </a:r>
          </a:p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he-IL" sz="32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rPr>
              <a:t>אבל זה לא ייתכן כי זה מעגל. ***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AB985-D3FD-3947-E6A1-EEED7007960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228600"/>
            <a:ext cx="9052560" cy="914400"/>
          </a:xfrm>
        </p:spPr>
        <p:txBody>
          <a:bodyPr wrap="square">
            <a:noAutofit/>
          </a:bodyPr>
          <a:lstStyle/>
          <a:p>
            <a:pPr lvl="0"/>
            <a:r>
              <a:rPr lang="he-IL" sz="4800"/>
              <a:t>אלגוריתם שידוך יציב מגלה-אמת?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131926-495E-28A4-D29B-29619AAE3F10}"/>
              </a:ext>
            </a:extLst>
          </p:cNvPr>
          <p:cNvSpPr txBox="1"/>
          <p:nvPr/>
        </p:nvSpPr>
        <p:spPr>
          <a:xfrm>
            <a:off x="12240" y="1221840"/>
            <a:ext cx="9144000" cy="56361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1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he-IL" sz="2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Simple CLM" pitchFamily="34"/>
                <a:ea typeface="Arial" pitchFamily="34"/>
                <a:cs typeface="Simple CLM" pitchFamily="34"/>
              </a:rPr>
              <a:t>אלגוריתם קבלה על תנאי: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he-IL" sz="2800" b="0" i="0" u="none" strike="noStrike" cap="none" baseline="0">
                <a:ln>
                  <a:noFill/>
                </a:ln>
                <a:solidFill>
                  <a:srgbClr val="009900"/>
                </a:solidFill>
                <a:latin typeface="Simple CLM" pitchFamily="34"/>
                <a:ea typeface="Arial" pitchFamily="34"/>
                <a:cs typeface="Simple CLM" pitchFamily="34"/>
              </a:rPr>
              <a:t>כשהסטודנטים מציעים – מגלה-אמת לסטודנטים בלבד.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he-IL" sz="2800" b="0" i="0" u="none" strike="noStrike" cap="none" baseline="0">
                <a:ln>
                  <a:noFill/>
                </a:ln>
                <a:solidFill>
                  <a:srgbClr val="0000CC"/>
                </a:solidFill>
                <a:latin typeface="Simple CLM" pitchFamily="34"/>
                <a:ea typeface="Arial" pitchFamily="34"/>
                <a:cs typeface="Simple CLM" pitchFamily="34"/>
              </a:rPr>
              <a:t>כשהמחלקות מציעות – מגלה-אמת למחלקות בלבד.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he-IL" sz="2800" b="1" i="0" u="none" strike="noStrike" cap="none" baseline="0">
                <a:ln>
                  <a:noFill/>
                </a:ln>
                <a:solidFill>
                  <a:srgbClr val="000000"/>
                </a:solidFill>
                <a:latin typeface="Simple CLM" pitchFamily="34"/>
                <a:ea typeface="Arial" pitchFamily="34"/>
                <a:cs typeface="Simple CLM" pitchFamily="34"/>
              </a:rPr>
              <a:t>משפט.</a:t>
            </a:r>
            <a:r>
              <a:rPr lang="en-US" sz="2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Simple CLM" pitchFamily="34"/>
                <a:ea typeface="Arial" pitchFamily="34"/>
                <a:cs typeface="Simple CLM" pitchFamily="34"/>
              </a:rPr>
              <a:t> אין </a:t>
            </a:r>
            <a:r>
              <a:rPr lang="he-IL" sz="2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Simple CLM" pitchFamily="34"/>
                <a:ea typeface="Arial" pitchFamily="34"/>
                <a:cs typeface="Simple CLM" pitchFamily="34"/>
              </a:rPr>
              <a:t>אלגוריתם שידוך יציב מגלה-אמת לשני הצדדים!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he-IL" sz="2800" b="0" i="1" u="none" strike="noStrike" cap="none" baseline="0">
                <a:ln>
                  <a:noFill/>
                </a:ln>
                <a:solidFill>
                  <a:srgbClr val="000000"/>
                </a:solidFill>
                <a:latin typeface="Simple CLM" pitchFamily="34"/>
                <a:ea typeface="Arial" pitchFamily="34"/>
                <a:cs typeface="Simple CLM" pitchFamily="34"/>
              </a:rPr>
              <a:t>הוכחה.</a:t>
            </a:r>
            <a:r>
              <a:rPr lang="en-US" sz="2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Simple CLM" pitchFamily="34"/>
                <a:ea typeface="Arial" pitchFamily="34"/>
                <a:cs typeface="Simple CLM" pitchFamily="34"/>
              </a:rPr>
              <a:t>  </a:t>
            </a:r>
            <a:r>
              <a:rPr lang="he-IL" sz="2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Simple CLM" pitchFamily="34"/>
                <a:ea typeface="Arial" pitchFamily="34"/>
                <a:cs typeface="Simple CLM" pitchFamily="34"/>
              </a:rPr>
              <a:t>נניח שההעדפות הן: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>
              <a:ln>
                <a:noFill/>
              </a:ln>
              <a:solidFill>
                <a:srgbClr val="000000"/>
              </a:solidFill>
              <a:latin typeface="Simple CLM" pitchFamily="34"/>
              <a:ea typeface="Arial" pitchFamily="34"/>
              <a:cs typeface="Simple CLM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>
              <a:ln>
                <a:noFill/>
              </a:ln>
              <a:solidFill>
                <a:srgbClr val="000000"/>
              </a:solidFill>
              <a:latin typeface="Simple CLM" pitchFamily="34"/>
              <a:ea typeface="Arial" pitchFamily="34"/>
              <a:cs typeface="Simple CLM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>
              <a:ln>
                <a:noFill/>
              </a:ln>
              <a:solidFill>
                <a:srgbClr val="000000"/>
              </a:solidFill>
              <a:latin typeface="Simple CLM" pitchFamily="34"/>
              <a:ea typeface="Arial" pitchFamily="34"/>
              <a:cs typeface="Simple CLM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>
              <a:ln>
                <a:noFill/>
              </a:ln>
              <a:solidFill>
                <a:srgbClr val="000000"/>
              </a:solidFill>
              <a:latin typeface="Simple CLM" pitchFamily="34"/>
              <a:ea typeface="Arial" pitchFamily="34"/>
              <a:cs typeface="Simple CLM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>
              <a:ln>
                <a:noFill/>
              </a:ln>
              <a:solidFill>
                <a:srgbClr val="000000"/>
              </a:solidFill>
              <a:latin typeface="Simple CLM" pitchFamily="34"/>
              <a:ea typeface="Arial" pitchFamily="34"/>
              <a:cs typeface="Simple CLM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he-IL" sz="2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Simple CLM" pitchFamily="34"/>
                <a:ea typeface="Arial" pitchFamily="34"/>
                <a:cs typeface="Simple CLM" pitchFamily="34"/>
              </a:rPr>
              <a:t>בכל שידוך יציב, גילה ותומר משודכים. לכן יש </a:t>
            </a:r>
            <a:r>
              <a:rPr lang="en-US" sz="2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Simple CLM" pitchFamily="34"/>
                <a:ea typeface="Arial" pitchFamily="34"/>
                <a:cs typeface="Simple CLM" pitchFamily="34"/>
              </a:rPr>
              <a:t>2 שידוכים יציבים.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he-IL" sz="2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Simple CLM" pitchFamily="34"/>
                <a:ea typeface="Arial" pitchFamily="34"/>
                <a:cs typeface="Simple CLM" pitchFamily="34"/>
              </a:rPr>
              <a:t>אם האלג' בוחר </a:t>
            </a:r>
            <a:r>
              <a:rPr lang="he-IL" sz="2800" b="0" i="0" u="none" strike="noStrike" cap="none" baseline="0">
                <a:ln>
                  <a:noFill/>
                </a:ln>
                <a:solidFill>
                  <a:srgbClr val="009900"/>
                </a:solidFill>
                <a:latin typeface="Simple CLM" pitchFamily="34"/>
                <a:ea typeface="Arial" pitchFamily="34"/>
                <a:cs typeface="Simple CLM" pitchFamily="34"/>
              </a:rPr>
              <a:t>ר-ב</a:t>
            </a:r>
            <a:r>
              <a:rPr lang="en-US" sz="2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Simple CLM" pitchFamily="34"/>
                <a:ea typeface="Arial" pitchFamily="34"/>
                <a:cs typeface="Simple CLM" pitchFamily="34"/>
              </a:rPr>
              <a:t> </a:t>
            </a:r>
            <a:r>
              <a:rPr lang="he-IL" sz="2800" b="0" i="0" u="none" strike="noStrike" cap="none" baseline="0">
                <a:ln>
                  <a:noFill/>
                </a:ln>
                <a:solidFill>
                  <a:srgbClr val="0000FF"/>
                </a:solidFill>
                <a:latin typeface="Simple CLM" pitchFamily="34"/>
                <a:ea typeface="Arial" pitchFamily="34"/>
                <a:cs typeface="Simple CLM" pitchFamily="34"/>
              </a:rPr>
              <a:t>ש-א</a:t>
            </a:r>
            <a:r>
              <a:rPr lang="en-US" sz="2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Simple CLM" pitchFamily="34"/>
                <a:ea typeface="Arial" pitchFamily="34"/>
                <a:cs typeface="Simple CLM" pitchFamily="34"/>
              </a:rPr>
              <a:t>, אז </a:t>
            </a:r>
            <a:r>
              <a:rPr lang="he-IL" sz="2800" b="1" i="0" u="none" strike="noStrike" cap="none" baseline="0">
                <a:ln>
                  <a:noFill/>
                </a:ln>
                <a:solidFill>
                  <a:srgbClr val="000000"/>
                </a:solidFill>
                <a:latin typeface="Simple CLM" pitchFamily="34"/>
                <a:ea typeface="Arial" pitchFamily="34"/>
                <a:cs typeface="Simple CLM" pitchFamily="34"/>
              </a:rPr>
              <a:t>אביבה</a:t>
            </a:r>
            <a:r>
              <a:rPr lang="en-US" sz="2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Simple CLM" pitchFamily="34"/>
                <a:ea typeface="Arial" pitchFamily="34"/>
                <a:cs typeface="Simple CLM" pitchFamily="34"/>
              </a:rPr>
              <a:t> יכולה להרויח מ: </a:t>
            </a:r>
            <a:r>
              <a:rPr lang="he-IL" sz="2800" b="0" i="0" u="none" strike="noStrike" cap="none" baseline="0">
                <a:ln>
                  <a:noFill/>
                </a:ln>
                <a:solidFill>
                  <a:srgbClr val="FF0000"/>
                </a:solidFill>
                <a:latin typeface="Simple CLM" pitchFamily="34"/>
                <a:ea typeface="Arial" pitchFamily="34"/>
                <a:cs typeface="Simple CLM" pitchFamily="34"/>
              </a:rPr>
              <a:t>ר&gt;ת&gt;ש</a:t>
            </a:r>
            <a:r>
              <a:rPr lang="en-US" sz="2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Simple CLM" pitchFamily="34"/>
                <a:ea typeface="Arial" pitchFamily="34"/>
                <a:cs typeface="Simple CLM" pitchFamily="34"/>
              </a:rPr>
              <a:t>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he-IL" sz="2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Simple CLM" pitchFamily="34"/>
                <a:ea typeface="Arial" pitchFamily="34"/>
                <a:cs typeface="Simple CLM" pitchFamily="34"/>
              </a:rPr>
              <a:t>אם האלג' בוחר </a:t>
            </a:r>
            <a:r>
              <a:rPr lang="he-IL" sz="2800" b="0" i="0" u="none" strike="noStrike" cap="none" baseline="0">
                <a:ln>
                  <a:noFill/>
                </a:ln>
                <a:solidFill>
                  <a:srgbClr val="009900"/>
                </a:solidFill>
                <a:latin typeface="Simple CLM" pitchFamily="34"/>
                <a:ea typeface="Arial" pitchFamily="34"/>
                <a:cs typeface="Simple CLM" pitchFamily="34"/>
              </a:rPr>
              <a:t>ר-א</a:t>
            </a:r>
            <a:r>
              <a:rPr lang="en-US" sz="2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Simple CLM" pitchFamily="34"/>
                <a:ea typeface="Arial" pitchFamily="34"/>
                <a:cs typeface="Simple CLM" pitchFamily="34"/>
              </a:rPr>
              <a:t> </a:t>
            </a:r>
            <a:r>
              <a:rPr lang="he-IL" sz="2800" b="0" i="0" u="none" strike="noStrike" cap="none" baseline="0">
                <a:ln>
                  <a:noFill/>
                </a:ln>
                <a:solidFill>
                  <a:srgbClr val="0000FF"/>
                </a:solidFill>
                <a:latin typeface="Simple CLM" pitchFamily="34"/>
                <a:ea typeface="Arial" pitchFamily="34"/>
                <a:cs typeface="Simple CLM" pitchFamily="34"/>
              </a:rPr>
              <a:t>ש-ב</a:t>
            </a:r>
            <a:r>
              <a:rPr lang="en-US" sz="2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Simple CLM" pitchFamily="34"/>
                <a:ea typeface="Arial" pitchFamily="34"/>
                <a:cs typeface="Simple CLM" pitchFamily="34"/>
              </a:rPr>
              <a:t>, אז </a:t>
            </a:r>
            <a:r>
              <a:rPr lang="he-IL" sz="2800" b="1" i="0" u="none" strike="noStrike" cap="none" baseline="0">
                <a:ln>
                  <a:noFill/>
                </a:ln>
                <a:solidFill>
                  <a:srgbClr val="000000"/>
                </a:solidFill>
                <a:latin typeface="Simple CLM" pitchFamily="34"/>
                <a:ea typeface="Arial" pitchFamily="34"/>
                <a:cs typeface="Simple CLM" pitchFamily="34"/>
              </a:rPr>
              <a:t>רפי</a:t>
            </a:r>
            <a:r>
              <a:rPr lang="en-US" sz="2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Simple CLM" pitchFamily="34"/>
                <a:ea typeface="Arial" pitchFamily="34"/>
                <a:cs typeface="Simple CLM" pitchFamily="34"/>
              </a:rPr>
              <a:t> יכול להרויח מ: </a:t>
            </a:r>
            <a:r>
              <a:rPr lang="he-IL" sz="2800" b="0" i="0" u="none" strike="noStrike" cap="none" baseline="0">
                <a:ln>
                  <a:noFill/>
                </a:ln>
                <a:solidFill>
                  <a:srgbClr val="FF0000"/>
                </a:solidFill>
                <a:latin typeface="Simple CLM" pitchFamily="34"/>
                <a:ea typeface="Arial" pitchFamily="34"/>
                <a:cs typeface="Simple CLM" pitchFamily="34"/>
              </a:rPr>
              <a:t>ב&gt;ג&gt;א</a:t>
            </a:r>
            <a:r>
              <a:rPr lang="en-US" sz="2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Simple CLM" pitchFamily="34"/>
                <a:ea typeface="Arial" pitchFamily="34"/>
                <a:cs typeface="Simple CLM" pitchFamily="34"/>
              </a:rPr>
              <a:t>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DBCEEFC-4305-2501-DCB7-FBC79ADA06CB}"/>
              </a:ext>
            </a:extLst>
          </p:cNvPr>
          <p:cNvGraphicFramePr>
            <a:graphicFrameLocks noGrp="1"/>
          </p:cNvGraphicFramePr>
          <p:nvPr/>
        </p:nvGraphicFramePr>
        <p:xfrm>
          <a:off x="5117039" y="3452040"/>
          <a:ext cx="3660840" cy="2166840"/>
        </p:xfrm>
        <a:graphic>
          <a:graphicData uri="http://schemas.openxmlformats.org/drawingml/2006/table">
            <a:tbl>
              <a:tblPr/>
              <a:tblGrid>
                <a:gridCol w="1126800">
                  <a:extLst>
                    <a:ext uri="{9D8B030D-6E8A-4147-A177-3AD203B41FA5}">
                      <a16:colId xmlns:a16="http://schemas.microsoft.com/office/drawing/2014/main" val="2722431218"/>
                    </a:ext>
                  </a:extLst>
                </a:gridCol>
                <a:gridCol w="1126440">
                  <a:extLst>
                    <a:ext uri="{9D8B030D-6E8A-4147-A177-3AD203B41FA5}">
                      <a16:colId xmlns:a16="http://schemas.microsoft.com/office/drawing/2014/main" val="2325205421"/>
                    </a:ext>
                  </a:extLst>
                </a:gridCol>
                <a:gridCol w="1126800">
                  <a:extLst>
                    <a:ext uri="{9D8B030D-6E8A-4147-A177-3AD203B41FA5}">
                      <a16:colId xmlns:a16="http://schemas.microsoft.com/office/drawing/2014/main" val="2835903228"/>
                    </a:ext>
                  </a:extLst>
                </a:gridCol>
                <a:gridCol w="281160">
                  <a:extLst>
                    <a:ext uri="{9D8B030D-6E8A-4147-A177-3AD203B41FA5}">
                      <a16:colId xmlns:a16="http://schemas.microsoft.com/office/drawing/2014/main" val="2803185514"/>
                    </a:ext>
                  </a:extLst>
                </a:gridCol>
              </a:tblGrid>
              <a:tr h="46224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799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400"/>
                      </a:pPr>
                      <a:r>
                        <a:rPr lang="he-IL" sz="24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רפי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799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400"/>
                      </a:pPr>
                      <a:r>
                        <a:rPr lang="he-IL" sz="24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שלמה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799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400"/>
                      </a:pPr>
                      <a:r>
                        <a:rPr lang="he-IL" sz="24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תומר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endParaRPr lang="en-US" sz="1800" b="0" i="0" u="none" strike="noStrike" cap="none" baseline="0">
                        <a:ln>
                          <a:noFill/>
                        </a:ln>
                        <a:solidFill>
                          <a:srgbClr val="000000"/>
                        </a:solidFill>
                        <a:latin typeface="Arial" pitchFamily="34"/>
                        <a:cs typeface="Arial" pitchFamily="34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6933928"/>
                  </a:ext>
                </a:extLst>
              </a:tr>
              <a:tr h="79488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400" b="0"/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בתיה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400" b="0"/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אביבה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400" b="0"/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בתיה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2556018"/>
                  </a:ext>
                </a:extLst>
              </a:tr>
              <a:tr h="45504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400" b="0"/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אביבה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400" b="0"/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בתיה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400" b="0"/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אביבה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5812565"/>
                  </a:ext>
                </a:extLst>
              </a:tr>
              <a:tr h="45504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400" b="0"/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גילה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400" b="0"/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גילה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400" b="0"/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גילה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0606786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131C237-CED3-5381-E5CA-D6325091E070}"/>
              </a:ext>
            </a:extLst>
          </p:cNvPr>
          <p:cNvGraphicFramePr>
            <a:graphicFrameLocks noGrp="1"/>
          </p:cNvGraphicFramePr>
          <p:nvPr/>
        </p:nvGraphicFramePr>
        <p:xfrm>
          <a:off x="693719" y="3423959"/>
          <a:ext cx="3603600" cy="2174040"/>
        </p:xfrm>
        <a:graphic>
          <a:graphicData uri="http://schemas.openxmlformats.org/drawingml/2006/table">
            <a:tbl>
              <a:tblPr/>
              <a:tblGrid>
                <a:gridCol w="1068480">
                  <a:extLst>
                    <a:ext uri="{9D8B030D-6E8A-4147-A177-3AD203B41FA5}">
                      <a16:colId xmlns:a16="http://schemas.microsoft.com/office/drawing/2014/main" val="3080917736"/>
                    </a:ext>
                  </a:extLst>
                </a:gridCol>
                <a:gridCol w="1068480">
                  <a:extLst>
                    <a:ext uri="{9D8B030D-6E8A-4147-A177-3AD203B41FA5}">
                      <a16:colId xmlns:a16="http://schemas.microsoft.com/office/drawing/2014/main" val="3284156209"/>
                    </a:ext>
                  </a:extLst>
                </a:gridCol>
                <a:gridCol w="1128240">
                  <a:extLst>
                    <a:ext uri="{9D8B030D-6E8A-4147-A177-3AD203B41FA5}">
                      <a16:colId xmlns:a16="http://schemas.microsoft.com/office/drawing/2014/main" val="1338988978"/>
                    </a:ext>
                  </a:extLst>
                </a:gridCol>
                <a:gridCol w="338760">
                  <a:extLst>
                    <a:ext uri="{9D8B030D-6E8A-4147-A177-3AD203B41FA5}">
                      <a16:colId xmlns:a16="http://schemas.microsoft.com/office/drawing/2014/main" val="2971094655"/>
                    </a:ext>
                  </a:extLst>
                </a:gridCol>
              </a:tblGrid>
              <a:tr h="79848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400" b="0"/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גילה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400" b="0"/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בתיה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400" b="0"/>
                      </a:pPr>
                      <a:r>
                        <a:rPr lang="he-IL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Guttman Yad-Brush" pitchFamily="34"/>
                          <a:cs typeface="Guttman Yad-Brush" pitchFamily="34"/>
                        </a:rPr>
                        <a:t>אביבה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endParaRPr lang="en-US" sz="1800" b="0" i="0" u="none" strike="noStrike" cap="none" baseline="0">
                        <a:ln>
                          <a:noFill/>
                        </a:ln>
                        <a:solidFill>
                          <a:srgbClr val="000000"/>
                        </a:solidFill>
                        <a:latin typeface="Arial" pitchFamily="34"/>
                        <a:cs typeface="Arial" pitchFamily="34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7459773"/>
                  </a:ext>
                </a:extLst>
              </a:tr>
              <a:tr h="45864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400"/>
                      </a:pPr>
                      <a:r>
                        <a:rPr lang="he-IL" sz="24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שלמה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400"/>
                      </a:pPr>
                      <a:r>
                        <a:rPr lang="he-IL" sz="24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שלמה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400"/>
                      </a:pPr>
                      <a:r>
                        <a:rPr lang="he-IL" sz="24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רפי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7441415"/>
                  </a:ext>
                </a:extLst>
              </a:tr>
              <a:tr h="455040">
                <a:tc rowSpan="2"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400"/>
                      </a:pPr>
                      <a:r>
                        <a:rPr lang="he-IL" sz="24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רפי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400"/>
                      </a:pPr>
                      <a:r>
                        <a:rPr lang="he-IL" sz="24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רפי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400"/>
                      </a:pPr>
                      <a:r>
                        <a:rPr lang="he-IL" sz="24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שלמה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278176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rtl="1"/>
                      <a:endParaRPr lang="he-I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rtl="1"/>
                      <a:endParaRPr lang="he-I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rtl="1"/>
                      <a:endParaRPr lang="he-IL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r" rtl="1" hangingPunct="1">
                        <a:lnSpc>
                          <a:spcPct val="93000"/>
                        </a:lnSpc>
                        <a:spcBef>
                          <a:spcPts val="598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4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4857266"/>
                  </a:ext>
                </a:extLst>
              </a:tr>
              <a:tr h="458640"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400"/>
                      </a:pPr>
                      <a:r>
                        <a:rPr lang="he-IL" sz="24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תומר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400"/>
                      </a:pPr>
                      <a:r>
                        <a:rPr lang="he-IL" sz="24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תומר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1">
                        <a:lnSpc>
                          <a:spcPct val="93000"/>
                        </a:lnSpc>
                        <a:spcBef>
                          <a:spcPts val="697"/>
                        </a:spcBef>
                        <a:spcAft>
                          <a:spcPts val="0"/>
                        </a:spcAft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400"/>
                      </a:pPr>
                      <a:r>
                        <a:rPr lang="he-IL" sz="2400" b="1" i="0" u="none" strike="noStrike" cap="none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latin typeface="Arial" pitchFamily="34"/>
                          <a:ea typeface="Arial" pitchFamily="34"/>
                          <a:cs typeface="Arial" pitchFamily="34"/>
                        </a:rPr>
                        <a:t>תומר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rtl="1"/>
                      <a:endParaRPr lang="he-I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142363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AB026-F938-F5BD-A8BC-08543C228A4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228600"/>
            <a:ext cx="9052560" cy="914400"/>
          </a:xfrm>
        </p:spPr>
        <p:txBody>
          <a:bodyPr wrap="square">
            <a:noAutofit/>
          </a:bodyPr>
          <a:lstStyle/>
          <a:p>
            <a:pPr lvl="0"/>
            <a:r>
              <a:rPr lang="he-IL"/>
              <a:t>שידוכים יציבים בישראל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6325CC-839C-3FF3-E4CF-87C80561B4DE}"/>
              </a:ext>
            </a:extLst>
          </p:cNvPr>
          <p:cNvSpPr txBox="1"/>
          <p:nvPr/>
        </p:nvSpPr>
        <p:spPr>
          <a:xfrm>
            <a:off x="12240" y="1221840"/>
            <a:ext cx="9144000" cy="56361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1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>
              <a:ln>
                <a:noFill/>
              </a:ln>
              <a:solidFill>
                <a:srgbClr val="0000CC"/>
              </a:solidFill>
              <a:latin typeface="Simple CLM" pitchFamily="34"/>
              <a:ea typeface="Arial" pitchFamily="34"/>
              <a:cs typeface="Simple CLM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he-IL" sz="2800" b="0" i="0" u="none" strike="noStrike" cap="none" baseline="0">
                <a:ln>
                  <a:noFill/>
                </a:ln>
                <a:solidFill>
                  <a:srgbClr val="0000CC"/>
                </a:solidFill>
                <a:latin typeface="Simple CLM" pitchFamily="34"/>
                <a:ea typeface="Arial" pitchFamily="34"/>
                <a:cs typeface="Simple CLM" pitchFamily="34"/>
              </a:rPr>
              <a:t>תואר שני בפסיכולוגיה (משנת ה'תשע"ג):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>
                <a:ln>
                  <a:noFill/>
                </a:ln>
                <a:solidFill>
                  <a:srgbClr val="0000CC"/>
                </a:solidFill>
                <a:latin typeface="Simple CLM" pitchFamily="34"/>
                <a:ea typeface="Arial" pitchFamily="34"/>
                <a:cs typeface="Simple CLM" pitchFamily="34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http://www.psychologymatch.org/students/FAQ.aspx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>
              <a:ln>
                <a:noFill/>
              </a:ln>
              <a:solidFill>
                <a:srgbClr val="0000CC"/>
              </a:solidFill>
              <a:latin typeface="Simple CLM" pitchFamily="34"/>
              <a:ea typeface="Arial" pitchFamily="34"/>
              <a:cs typeface="Simple CLM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he-IL" sz="2800" b="0" i="0" u="none" strike="noStrike" cap="none" baseline="0">
                <a:ln>
                  <a:noFill/>
                </a:ln>
                <a:solidFill>
                  <a:srgbClr val="0000CC"/>
                </a:solidFill>
                <a:latin typeface="Simple CLM" pitchFamily="34"/>
                <a:ea typeface="Arial" pitchFamily="34"/>
                <a:cs typeface="Simple CLM" pitchFamily="34"/>
              </a:rPr>
              <a:t>התמחות ברפואה (משנת ה'תשע"ג).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>
              <a:ln>
                <a:noFill/>
              </a:ln>
              <a:solidFill>
                <a:srgbClr val="0000CC"/>
              </a:solidFill>
              <a:latin typeface="Simple CLM" pitchFamily="34"/>
              <a:ea typeface="Arial" pitchFamily="34"/>
              <a:cs typeface="Simple CLM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he-IL" sz="2800" b="0" i="0" u="none" strike="noStrike" cap="none" baseline="0">
                <a:ln>
                  <a:noFill/>
                </a:ln>
                <a:solidFill>
                  <a:srgbClr val="0000CC"/>
                </a:solidFill>
                <a:latin typeface="Simple CLM" pitchFamily="34"/>
                <a:ea typeface="Arial" pitchFamily="34"/>
                <a:cs typeface="Simple CLM" pitchFamily="34"/>
              </a:rPr>
              <a:t>התמחות במשפטים (משנת ה'תשע"ז):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>
                <a:ln>
                  <a:noFill/>
                </a:ln>
                <a:solidFill>
                  <a:srgbClr val="0000CC"/>
                </a:solidFill>
                <a:latin typeface="Simple CLM" pitchFamily="34"/>
                <a:ea typeface="Arial" pitchFamily="34"/>
                <a:cs typeface="Simple CLM" pitchFamily="34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https://lsp.ekmd.huji.ac.il/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>
              <a:ln>
                <a:noFill/>
              </a:ln>
              <a:solidFill>
                <a:srgbClr val="0000CC"/>
              </a:solidFill>
              <a:latin typeface="Simple CLM" pitchFamily="34"/>
              <a:ea typeface="Arial" pitchFamily="34"/>
              <a:cs typeface="Simple CLM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he-IL" sz="2800" b="0" i="0" u="none" strike="noStrike" cap="none" baseline="0">
                <a:ln>
                  <a:noFill/>
                </a:ln>
                <a:solidFill>
                  <a:srgbClr val="0000CC"/>
                </a:solidFill>
                <a:latin typeface="Simple CLM" pitchFamily="34"/>
                <a:ea typeface="Arial" pitchFamily="34"/>
                <a:cs typeface="Simple CLM" pitchFamily="34"/>
              </a:rPr>
              <a:t>מכינות קדם-צבאיות (משנת ה'תשע"ח):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>
                <a:ln>
                  <a:noFill/>
                </a:ln>
                <a:solidFill>
                  <a:srgbClr val="0000CC"/>
                </a:solidFill>
                <a:latin typeface="Simple CLM" pitchFamily="34"/>
                <a:ea typeface="Arial" pitchFamily="34"/>
                <a:cs typeface="Simple CLM" pitchFamily="34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https://youtu.be/xt4B2Xu3FvE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itle1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16043</TotalTime>
  <Words>1427</Words>
  <Application>Microsoft Office PowerPoint</Application>
  <PresentationFormat>Widescreen</PresentationFormat>
  <Paragraphs>375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26</vt:i4>
      </vt:variant>
    </vt:vector>
  </HeadingPairs>
  <TitlesOfParts>
    <vt:vector size="35" baseType="lpstr">
      <vt:lpstr>Aptos</vt:lpstr>
      <vt:lpstr>Arial</vt:lpstr>
      <vt:lpstr>Brush Script MT</vt:lpstr>
      <vt:lpstr>David CLM</vt:lpstr>
      <vt:lpstr>Simple CLM</vt:lpstr>
      <vt:lpstr>StarSymbol</vt:lpstr>
      <vt:lpstr>Times New Roman</vt:lpstr>
      <vt:lpstr>Default</vt:lpstr>
      <vt:lpstr>Title1</vt:lpstr>
      <vt:lpstr>   "מטרוניתא שאלה את ר' יוסי בר חלפתא,  אמרה לו: בכמה ימים ברא הקב"ה את עולמו?  אמר לה: לששת ימים...  אמרה לו: ומאותה שעה עד עכשיו מהו יושב ועושה?  אמר לה: מזווג זיווגים... ואם קלה היא בעינייך, קשה היא לפני הקדוש ברוך הוא כקריעת ים סוף" (ויקרא רבה ח א). אלגוריתמי שידוך אראל סגל-הלוי</vt:lpstr>
      <vt:lpstr>שיבוצים ושידוכים</vt:lpstr>
      <vt:lpstr>שוק דו-צדדי</vt:lpstr>
      <vt:lpstr>שוק דו-צדדי</vt:lpstr>
      <vt:lpstr>שידוכים יציבים</vt:lpstr>
      <vt:lpstr>שידוכים יציבים</vt:lpstr>
      <vt:lpstr>PowerPoint Presentation</vt:lpstr>
      <vt:lpstr>PowerPoint Presentation</vt:lpstr>
      <vt:lpstr>PowerPoint Presentation</vt:lpstr>
      <vt:lpstr>שידוכים יציבים</vt:lpstr>
      <vt:lpstr>אלגוריתם "קבלה על-תנאי” deferred acceptance</vt:lpstr>
      <vt:lpstr>PowerPoint Presentation</vt:lpstr>
      <vt:lpstr>PowerPoint Presentation</vt:lpstr>
      <vt:lpstr>PowerPoint Presentation</vt:lpstr>
      <vt:lpstr>PowerPoint Presentation</vt:lpstr>
      <vt:lpstr>משפט: האלגוריתם מסתיים בשידוך יציב</vt:lpstr>
      <vt:lpstr>מי מציע ומי מקבל?</vt:lpstr>
      <vt:lpstr>מי מציע ומי מקבל?</vt:lpstr>
      <vt:lpstr>PowerPoint Presentation</vt:lpstr>
      <vt:lpstr>PowerPoint Presentation</vt:lpstr>
      <vt:lpstr>מחלקות גדולות</vt:lpstr>
      <vt:lpstr>האם “קבלה על תנאי” מגלה-אמת?</vt:lpstr>
      <vt:lpstr>PowerPoint Presentation</vt:lpstr>
      <vt:lpstr>PowerPoint Presentation</vt:lpstr>
      <vt:lpstr>אלגוריתם שידוך יציב מגלה-אמת?</vt:lpstr>
      <vt:lpstr>שידוכים יציבים בישראל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Sergiu Hart</dc:creator>
  <cp:lastModifiedBy>Erel Segal-Halevi</cp:lastModifiedBy>
  <cp:revision>467</cp:revision>
  <dcterms:created xsi:type="dcterms:W3CDTF">2007-07-01T19:48:07Z</dcterms:created>
  <dcterms:modified xsi:type="dcterms:W3CDTF">2026-01-04T18:16:20Z</dcterms:modified>
</cp:coreProperties>
</file>